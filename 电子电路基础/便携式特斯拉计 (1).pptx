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C5BF6-8905-4F5D-BCD9-B2F640B88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48E96-0B96-4EE6-8BAF-43F9DEC6D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8831-377B-4471-86F2-CFF11B3F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57071-756D-4405-AA03-EAA3393A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356BE-BB63-40CE-98D8-77FD8D23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65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0FDB4-CE9C-4B7C-B162-52D63D3F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07625-B51E-4A3E-ABDD-05A196DFD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DB3EF6-3BE1-44BD-87A0-BDEBA10D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3A80D-A849-4180-A198-8F7EC881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B56A3C-42AA-4A01-A9A4-509FC5F0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50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04AEB-F347-42D2-A2B2-6F88BB6E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B5802E-340E-4460-BB2F-728AD2842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71CBA-91B8-4766-822A-E5BE9682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B68F4A-B705-413F-BC76-D41254A8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8440A-6BC9-4B8B-A491-64E3D994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15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7B381-09F4-4492-BCED-791ECD6E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A95F1-CBAC-4DB4-8AF5-9FA074558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626546-F0FF-4D76-B7B7-5F5EE4DAA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AD2D49-1D0C-44AC-A8F3-F44EB333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00612-AB1D-49A7-8E40-52E3F5E4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3F1603-7722-46F4-8AA7-72E6004E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1DE7E-123B-4C6D-9487-46CE5D94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CB2BE4-B23A-433D-9478-FBFC709E0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E81CC-2FD1-4C94-909F-6CB81F201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7CD704-77EE-4B3E-A984-D642DFFAA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037BFF-D67F-422C-86AD-CD962837C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A1ED31-3407-43F4-A034-25001105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560E77-1154-4EA9-95E5-B48E2CC0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E5DCA5-E1CC-4AE5-AE0D-4E41B7A7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71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06E40-9849-4BA7-A73A-AABD9FA4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31BE11-D3E4-4E8A-A1C1-FAE913E6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4D8CD2-75B5-4BA3-B2D4-7B9A88A5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23FC88-BA16-4A9A-8CC5-546F46B4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06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E5FB9E-1A06-4BBB-9D29-D23EDA3A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97CE29-8DE2-4197-99C7-FFC39CDC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2F5927-A282-4C88-A02B-783E7D9A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5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97B68-7DD0-4EE6-A49B-BEF0FFE2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93410-40AD-4D1D-984C-87E3906D7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7537E-DC75-45E1-BC8C-ECC22D76C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A9C117-0463-4D34-9383-5A9DE9E7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94759B-0303-4EE2-97F0-59D019AF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87A809-187E-44E6-BD33-E5AE6D05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99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012A3-7D80-47F7-842C-30EF809A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D05CDA-5760-416D-AF6B-C58FB3B56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AA63B-9C10-4203-9C8D-02B8A4FA6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0C597-213F-4FDA-8A93-81D9FD03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642111-6C76-41A3-83F0-E6FD8564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C342C0-6451-459F-A1C3-C60F00A1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14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4D022-2F23-4384-9711-56C7F971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0E08A3-6E7F-4F76-BE39-4C2C101D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481FA-0E96-4769-972F-E8E9E7B7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92175-8F7D-44CD-8F36-7D28F63C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F2ED0-3A47-442E-BBCE-D9A05C3E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636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45A352-1B44-4931-AA45-FD9E9B4E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DD6C74-5793-47BB-85EE-624B2ED77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BEBFA7-A53C-4447-8148-B1CE92606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D8D5AC-53F0-41C1-8851-0C854898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AAF7C-A28F-4224-8FB1-4E8EC45D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91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730837-A934-4963-8B87-62DCB69C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149BF3-0222-4A03-B6F2-5931DCD15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52320-508E-4B5D-AE47-43A18E065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44942-CDA1-4D21-B694-717B246A41E7}" type="datetimeFigureOut">
              <a:rPr lang="zh-CN" altLang="en-US" smtClean="0"/>
              <a:t>2020/3/24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85382-2263-485E-A732-E4ED87DFF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2C6160-E534-409C-AF4F-A8C9C70DC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6BD06-DC6E-4CD1-870F-99EDF52B2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1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8930B-BC69-4509-BFC1-B53FF74681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/>
              <a:t>便携式特斯拉计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537B1A-1D9E-45AB-B9B0-707895F7B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5295" y="4707185"/>
            <a:ext cx="2372095" cy="885371"/>
          </a:xfrm>
        </p:spPr>
        <p:txBody>
          <a:bodyPr wrap="square">
            <a:spAutoFit/>
          </a:bodyPr>
          <a:lstStyle/>
          <a:p>
            <a:r>
              <a:rPr lang="zh-CN" altLang="en-US" dirty="0"/>
              <a:t>纪新源 张志豪</a:t>
            </a:r>
            <a:endParaRPr lang="en-US" altLang="zh-CN" dirty="0"/>
          </a:p>
          <a:p>
            <a:r>
              <a:rPr lang="zh-CN" altLang="en-US" dirty="0"/>
              <a:t>刘正浩 李仁轩</a:t>
            </a:r>
          </a:p>
        </p:txBody>
      </p:sp>
    </p:spTree>
    <p:extLst>
      <p:ext uri="{BB962C8B-B14F-4D97-AF65-F5344CB8AC3E}">
        <p14:creationId xmlns:p14="http://schemas.microsoft.com/office/powerpoint/2010/main" val="122900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83B622-10A8-4817-96BB-DCBB1D3E3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118"/>
            <a:ext cx="10515600" cy="109993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用霍尔元件收集数据（磁场的强弱）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用单片机</a:t>
            </a:r>
            <a:r>
              <a:rPr lang="en-US" altLang="zh-CN" dirty="0"/>
              <a:t>+LCD</a:t>
            </a:r>
            <a:r>
              <a:rPr lang="zh-CN" altLang="en-US" dirty="0"/>
              <a:t>显示屏实现数据的处理和显示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F0EF05-1BD1-4615-ABBE-970165340B6D}"/>
              </a:ext>
            </a:extLst>
          </p:cNvPr>
          <p:cNvSpPr txBox="1"/>
          <p:nvPr/>
        </p:nvSpPr>
        <p:spPr>
          <a:xfrm>
            <a:off x="838200" y="3743325"/>
            <a:ext cx="1051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预想的特斯拉计能实现量程</a:t>
            </a:r>
            <a:r>
              <a:rPr lang="en-US" altLang="zh-CN" sz="2800" dirty="0"/>
              <a:t>/</a:t>
            </a:r>
            <a:r>
              <a:rPr lang="zh-CN" altLang="en-US" sz="2800" dirty="0"/>
              <a:t>单位切换、数值锁定、峰值测量、相对值测量、低电压告警等功能，并能够较为精确地测量出所在磁场（直流磁场）磁场强度及大小与方向的测量。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4097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便携式特斯拉计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直流特斯拉计</dc:title>
  <dc:creator>刘 正浩</dc:creator>
  <cp:lastModifiedBy>刘 正浩</cp:lastModifiedBy>
  <cp:revision>4</cp:revision>
  <dcterms:created xsi:type="dcterms:W3CDTF">2020-03-24T11:19:53Z</dcterms:created>
  <dcterms:modified xsi:type="dcterms:W3CDTF">2020-03-24T12:26:06Z</dcterms:modified>
</cp:coreProperties>
</file>