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127EE-D8BA-4739-8112-AC8E312C3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976EAC-BE02-4E32-8959-8A530C914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6CB403-1179-4F63-9648-0720EABFE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C3A1-7B61-4F4C-9C79-5BDF2A3A5DA0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A31643-8294-4685-99C1-B0747325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74B9A3-4AC3-4BA1-A291-DC9D85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F37A-02F3-4C57-8468-3FCA7A88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56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97DE4-C0FF-4427-ACDC-69826272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C33A18-3377-49E6-BC36-61DFC3D43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4C5309-85F7-4FCF-8628-2D17EF0E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C3A1-7B61-4F4C-9C79-5BDF2A3A5DA0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9B248C-6404-4876-A1E6-E0CE625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807FF4-64B3-4946-B9EA-326E87062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F37A-02F3-4C57-8468-3FCA7A88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06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31250-8045-4F43-8306-95FC5639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75F659-54E4-44E8-8CF6-22C7EC3ED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585EDE-A623-4C36-BC61-01C7366B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C3A1-7B61-4F4C-9C79-5BDF2A3A5DA0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3A5B3D-EAEF-447C-B5EE-2971BD3A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2E4A8A-D328-4500-8116-24327720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F37A-02F3-4C57-8468-3FCA7A88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BC22E-DE6E-4D5A-A810-D26EE33ED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651499-DE29-4908-B4F6-FCC8931FD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844EF6-1B6A-4349-92C7-518E76AF9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697724-EC15-4754-81EB-97455FA15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C3A1-7B61-4F4C-9C79-5BDF2A3A5DA0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26902D-51EC-40D0-A34B-5556E66F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3873AF-83C5-42F4-9B81-1BE65330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F37A-02F3-4C57-8468-3FCA7A88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50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AD65A-B21F-4FA3-AC55-AB29E55FC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D771F1-4AA9-411B-AD45-9E509CF6E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40CBCA-2E23-461B-B09B-FDB0F79FE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803442-D945-4752-9CA1-D63948DC5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974980-2B74-4461-A96A-AC9D0EDDD5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11E5A4-3563-4279-BDC1-426D7CAE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C3A1-7B61-4F4C-9C79-5BDF2A3A5DA0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388532-6384-43EB-8D2C-A8E4B7F56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6842E7-DAEB-402A-AABC-6AB008639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F37A-02F3-4C57-8468-3FCA7A88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409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F288DC-532D-4DF5-9196-28356489F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C0512F-AE81-4251-87B0-79783C39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C3A1-7B61-4F4C-9C79-5BDF2A3A5DA0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00CD9E-A770-4257-B243-E547FD7F4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3233E8-A1E3-4F25-A3B5-CECF84097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F37A-02F3-4C57-8468-3FCA7A88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902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295DC7-EE08-45B3-AD4A-35B4B2325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C3A1-7B61-4F4C-9C79-5BDF2A3A5DA0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18138A-4ED4-4F42-9A80-D37692BA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0CEC76-ADA1-4A95-8E48-8C715FA74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F37A-02F3-4C57-8468-3FCA7A88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761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9CF7F-723F-4E99-9CC1-23FF38799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C1623C-0AD8-4E31-9D62-A58CEF77D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955D01-4DA0-4D93-A3E2-31251A3BD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20AC0F-81B1-48D8-A315-46623EE4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C3A1-7B61-4F4C-9C79-5BDF2A3A5DA0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9FC312-22B7-47AA-8CAF-4082F426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E8E22B-FF10-4DFF-92B5-B9F8AA655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F37A-02F3-4C57-8468-3FCA7A88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87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98099-7BF7-4068-B29C-A0F43507C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AEB342-26F1-4DBE-952F-A00D9CFA1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5449A1-59E7-4949-A9AD-F564DB481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448953-297F-4E43-926D-6005D840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C3A1-7B61-4F4C-9C79-5BDF2A3A5DA0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6B72CD-692D-470E-A5E4-299384858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6297E1-49CD-4EAE-9B11-3019B661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F37A-02F3-4C57-8468-3FCA7A88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13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FFECE-9493-48DE-B4FC-8B10D599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38B201-EE3D-4E6D-B2EB-31250683E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132417-AC98-4E79-B4F7-323853CB2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C3A1-7B61-4F4C-9C79-5BDF2A3A5DA0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A993CC-3D0F-446F-B370-AC195B54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63C3D6-1871-4F75-BA55-E5E2BFCA1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F37A-02F3-4C57-8468-3FCA7A88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08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61AB7E-2CEB-4C2F-9BB6-610A9AA3FB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1A4A86-0DFA-41D8-B50F-92F45D0D3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8B2F59-04E5-43D7-98D9-7D503F34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C3A1-7B61-4F4C-9C79-5BDF2A3A5DA0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6786F2-4DDF-44D8-A577-50B374B30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B5A8BD-5B02-4E6E-8508-6D2868F0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EF37A-02F3-4C57-8468-3FCA7A88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281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D34FFE-4AA1-4C76-9A06-46011AEDE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F260AF-9663-4C8B-AF76-0D11F9656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F5F30C-FA10-4EC4-9670-F54F15184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0C3A1-7B61-4F4C-9C79-5BDF2A3A5DA0}" type="datetimeFigureOut">
              <a:rPr lang="zh-CN" altLang="en-US" smtClean="0"/>
              <a:t>2020/3/11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9D8C4B-4BAD-4490-9F34-4F09CD418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A12EFA-58A3-46E3-AF16-F4ECFE95F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EF37A-02F3-4C57-8468-3FCA7A88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30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3C923-9B6B-473F-BC8D-45388FD13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DAC</a:t>
            </a: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中的位权网络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87DF8C-8603-4155-BDA6-6988AFAAA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1012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450D-69F7-4165-B918-438D7EA36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1D586B-2B9F-4B5F-A6CA-947A8293D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DAC</a:t>
            </a:r>
            <a:r>
              <a:rPr lang="zh-CN" altLang="en-US" dirty="0"/>
              <a:t>主要由数字寄存器、模拟电子开关、</a:t>
            </a:r>
            <a:r>
              <a:rPr lang="zh-CN" altLang="en-US" dirty="0">
                <a:solidFill>
                  <a:srgbClr val="FF0000"/>
                </a:solidFill>
              </a:rPr>
              <a:t>位权网络</a:t>
            </a:r>
            <a:r>
              <a:rPr lang="zh-CN" altLang="en-US" dirty="0"/>
              <a:t>、求和运算放大器和基准电压源（或恒流源）组成。用存于数字寄存器的数字量的各位数码，分别控制对应位的模拟电子开关，</a:t>
            </a:r>
            <a:r>
              <a:rPr lang="zh-CN" altLang="en-US" dirty="0">
                <a:solidFill>
                  <a:srgbClr val="FF0000"/>
                </a:solidFill>
              </a:rPr>
              <a:t>使数码为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的位在位权网络上产生与其位权成正比的电流值</a:t>
            </a:r>
            <a:r>
              <a:rPr lang="zh-CN" altLang="en-US" dirty="0"/>
              <a:t>，再由运算放大器对各电流值求和，并转换成电压值</a:t>
            </a:r>
          </a:p>
        </p:txBody>
      </p:sp>
    </p:spTree>
    <p:extLst>
      <p:ext uri="{BB962C8B-B14F-4D97-AF65-F5344CB8AC3E}">
        <p14:creationId xmlns:p14="http://schemas.microsoft.com/office/powerpoint/2010/main" val="1833847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B5E4D-9814-486B-AC60-6762EBAF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D7A663-7CE9-44EA-A8B1-8CDB400CB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/>
              <a:t>权电阻网络</a:t>
            </a:r>
            <a:endParaRPr lang="en-US" altLang="zh-CN" sz="6000" dirty="0"/>
          </a:p>
          <a:p>
            <a:r>
              <a:rPr lang="en-US" altLang="zh-CN" sz="6000" dirty="0"/>
              <a:t>R–2R</a:t>
            </a:r>
            <a:r>
              <a:rPr lang="zh-CN" altLang="en-US" sz="6000" dirty="0"/>
              <a:t>倒</a:t>
            </a:r>
            <a:r>
              <a:rPr lang="en-US" altLang="zh-CN" sz="6000" dirty="0"/>
              <a:t>T</a:t>
            </a:r>
            <a:r>
              <a:rPr lang="zh-CN" altLang="en-US" sz="6000" dirty="0"/>
              <a:t>形电阻网络</a:t>
            </a:r>
            <a:endParaRPr lang="en-US" altLang="zh-CN" sz="6000" dirty="0"/>
          </a:p>
          <a:p>
            <a:r>
              <a:rPr lang="zh-CN" altLang="en-US" sz="6000" dirty="0"/>
              <a:t>单值电流型网络</a:t>
            </a:r>
          </a:p>
        </p:txBody>
      </p:sp>
    </p:spTree>
    <p:extLst>
      <p:ext uri="{BB962C8B-B14F-4D97-AF65-F5344CB8AC3E}">
        <p14:creationId xmlns:p14="http://schemas.microsoft.com/office/powerpoint/2010/main" val="2235670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3E59A-AD30-43ED-949E-9989CB9D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90" y="2766218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位权电阻网络</a:t>
            </a:r>
          </a:p>
        </p:txBody>
      </p:sp>
    </p:spTree>
    <p:extLst>
      <p:ext uri="{BB962C8B-B14F-4D97-AF65-F5344CB8AC3E}">
        <p14:creationId xmlns:p14="http://schemas.microsoft.com/office/powerpoint/2010/main" val="402971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89583-C828-4AB8-A728-01D8F7346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D8C342D-A62A-4A15-981E-753963506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86" y="113121"/>
            <a:ext cx="10972800" cy="2933700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3C411B3-41D8-49DE-80C4-7668D0206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32" y="2393541"/>
            <a:ext cx="9800507" cy="4351338"/>
          </a:xfrm>
        </p:spPr>
      </p:pic>
    </p:spTree>
    <p:extLst>
      <p:ext uri="{BB962C8B-B14F-4D97-AF65-F5344CB8AC3E}">
        <p14:creationId xmlns:p14="http://schemas.microsoft.com/office/powerpoint/2010/main" val="370449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3E59A-AD30-43ED-949E-9989CB9D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90" y="276621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R–2R</a:t>
            </a:r>
            <a:r>
              <a:rPr lang="zh-CN" altLang="en-US" dirty="0"/>
              <a:t>倒</a:t>
            </a:r>
            <a:r>
              <a:rPr lang="en-US" altLang="zh-CN" dirty="0"/>
              <a:t>T</a:t>
            </a:r>
            <a:r>
              <a:rPr lang="zh-CN" altLang="en-US" dirty="0"/>
              <a:t>形电阻网络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57826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1F52D-920F-439A-BAF0-AFF69912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712" y="442544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000" b="1" dirty="0">
                <a:latin typeface="+mn-lt"/>
              </a:rPr>
              <a:t>由若干个相同的</a:t>
            </a:r>
            <a:r>
              <a:rPr lang="en-US" altLang="zh-CN" sz="2000" b="1" dirty="0">
                <a:latin typeface="+mn-lt"/>
              </a:rPr>
              <a:t>R</a:t>
            </a:r>
            <a:r>
              <a:rPr lang="zh-CN" altLang="en-US" sz="2000" b="1" dirty="0">
                <a:latin typeface="+mn-lt"/>
              </a:rPr>
              <a:t>、</a:t>
            </a:r>
            <a:r>
              <a:rPr lang="en-US" altLang="zh-CN" sz="2000" b="1" dirty="0">
                <a:latin typeface="+mn-lt"/>
              </a:rPr>
              <a:t>2R</a:t>
            </a:r>
            <a:r>
              <a:rPr lang="zh-CN" altLang="en-US" sz="2000" b="1" dirty="0">
                <a:latin typeface="+mn-lt"/>
              </a:rPr>
              <a:t>网络节组成，每节对应于一个输入位。节与节之间串接成倒</a:t>
            </a:r>
            <a:r>
              <a:rPr lang="en-US" altLang="zh-CN" sz="2000" b="1" dirty="0">
                <a:latin typeface="+mn-lt"/>
              </a:rPr>
              <a:t>T</a:t>
            </a:r>
            <a:r>
              <a:rPr lang="zh-CN" altLang="en-US" sz="2000" b="1" dirty="0">
                <a:latin typeface="+mn-lt"/>
              </a:rPr>
              <a:t>形网络。</a:t>
            </a:r>
            <a:r>
              <a:rPr lang="en-US" altLang="zh-CN" sz="2000" b="1" dirty="0">
                <a:latin typeface="+mn-lt"/>
              </a:rPr>
              <a:t>R–2R</a:t>
            </a:r>
            <a:r>
              <a:rPr lang="zh-CN" altLang="en-US" sz="2000" b="1" dirty="0">
                <a:latin typeface="+mn-lt"/>
              </a:rPr>
              <a:t>倒</a:t>
            </a:r>
            <a:r>
              <a:rPr lang="en-US" altLang="zh-CN" sz="2000" b="1" dirty="0">
                <a:latin typeface="+mn-lt"/>
              </a:rPr>
              <a:t>T</a:t>
            </a:r>
            <a:r>
              <a:rPr lang="zh-CN" altLang="en-US" sz="2000" b="1" dirty="0">
                <a:latin typeface="+mn-lt"/>
              </a:rPr>
              <a:t>形电阻网络</a:t>
            </a:r>
            <a:r>
              <a:rPr lang="en-US" altLang="zh-CN" sz="2000" b="1" dirty="0">
                <a:latin typeface="+mn-lt"/>
              </a:rPr>
              <a:t>DAC</a:t>
            </a:r>
            <a:r>
              <a:rPr lang="zh-CN" altLang="en-US" sz="2000" b="1" dirty="0">
                <a:latin typeface="+mn-lt"/>
              </a:rPr>
              <a:t>是工作速度较快、应用较多的一种。和权电阻网络比较，由于它只有</a:t>
            </a:r>
            <a:r>
              <a:rPr lang="en-US" altLang="zh-CN" sz="2000" b="1" dirty="0">
                <a:latin typeface="+mn-lt"/>
              </a:rPr>
              <a:t>R</a:t>
            </a:r>
            <a:r>
              <a:rPr lang="zh-CN" altLang="en-US" sz="2000" b="1" dirty="0">
                <a:latin typeface="+mn-lt"/>
              </a:rPr>
              <a:t>、</a:t>
            </a:r>
            <a:r>
              <a:rPr lang="en-US" altLang="zh-CN" sz="2000" b="1" dirty="0">
                <a:latin typeface="+mn-lt"/>
              </a:rPr>
              <a:t>2R</a:t>
            </a:r>
            <a:r>
              <a:rPr lang="zh-CN" altLang="en-US" sz="2000" b="1" dirty="0">
                <a:latin typeface="+mn-lt"/>
              </a:rPr>
              <a:t>两种阻值，从而克服了权电阻阻值多，且阻值差别大的缺点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5F7251D-54BD-40E5-877C-EE7CC5577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994" y="1396887"/>
            <a:ext cx="6602396" cy="2071340"/>
          </a:xfrm>
        </p:spPr>
      </p:pic>
    </p:spTree>
    <p:extLst>
      <p:ext uri="{BB962C8B-B14F-4D97-AF65-F5344CB8AC3E}">
        <p14:creationId xmlns:p14="http://schemas.microsoft.com/office/powerpoint/2010/main" val="681271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3E59A-AD30-43ED-949E-9989CB9D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70" y="296395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单值电流型网络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DF5D37-3A00-4FBB-A63D-9EF5F250D93B}"/>
              </a:ext>
            </a:extLst>
          </p:cNvPr>
          <p:cNvSpPr txBox="1"/>
          <p:nvPr/>
        </p:nvSpPr>
        <p:spPr>
          <a:xfrm>
            <a:off x="358219" y="2724346"/>
            <a:ext cx="11274457" cy="1677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  电流型</a:t>
            </a:r>
            <a:r>
              <a:rPr lang="en-US" altLang="zh-CN" dirty="0"/>
              <a:t>DAC</a:t>
            </a:r>
            <a:r>
              <a:rPr lang="zh-CN" altLang="en-US" dirty="0"/>
              <a:t>则是将恒流源切换到电阻网络中，恒流源内阻极大，相当于开路，所以连同电子开关在内，对它的转换精度影响都比较小，又因电子开关大多采用非饱和型的</a:t>
            </a:r>
            <a:r>
              <a:rPr lang="en-US" altLang="zh-CN" dirty="0"/>
              <a:t>ECL</a:t>
            </a:r>
            <a:r>
              <a:rPr lang="zh-CN" altLang="en-US" dirty="0"/>
              <a:t>开关电路（一种转换速度很快的电路），使这种</a:t>
            </a:r>
            <a:r>
              <a:rPr lang="en-US" altLang="zh-CN" dirty="0"/>
              <a:t>DAC</a:t>
            </a:r>
            <a:r>
              <a:rPr lang="zh-CN" altLang="en-US" dirty="0"/>
              <a:t>可以实现高速转换，转换精度较高</a:t>
            </a:r>
          </a:p>
        </p:txBody>
      </p:sp>
    </p:spTree>
    <p:extLst>
      <p:ext uri="{BB962C8B-B14F-4D97-AF65-F5344CB8AC3E}">
        <p14:creationId xmlns:p14="http://schemas.microsoft.com/office/powerpoint/2010/main" val="2336079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264</Words>
  <Application>Microsoft Office PowerPoint</Application>
  <PresentationFormat>宽屏</PresentationFormat>
  <Paragraphs>10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DAC中的位权网络</vt:lpstr>
      <vt:lpstr>PowerPoint 演示文稿</vt:lpstr>
      <vt:lpstr>PowerPoint 演示文稿</vt:lpstr>
      <vt:lpstr>位权电阻网络</vt:lpstr>
      <vt:lpstr>PowerPoint 演示文稿</vt:lpstr>
      <vt:lpstr>R–2R倒T形电阻网络</vt:lpstr>
      <vt:lpstr>由若干个相同的R、2R网络节组成，每节对应于一个输入位。节与节之间串接成倒T形网络。R–2R倒T形电阻网络DAC是工作速度较快、应用较多的一种。和权电阻网络比较，由于它只有R、2R两种阻值，从而克服了权电阻阻值多，且阻值差别大的缺点</vt:lpstr>
      <vt:lpstr>单值电流型网络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DAC中的位权网络</dc:title>
  <dc:creator>巫 才昊</dc:creator>
  <cp:lastModifiedBy>巫 才昊</cp:lastModifiedBy>
  <cp:revision>5</cp:revision>
  <dcterms:created xsi:type="dcterms:W3CDTF">2020-03-11T12:20:19Z</dcterms:created>
  <dcterms:modified xsi:type="dcterms:W3CDTF">2020-03-11T13:49:32Z</dcterms:modified>
</cp:coreProperties>
</file>