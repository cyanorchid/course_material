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409" r:id="rId3"/>
    <p:sldId id="411" r:id="rId4"/>
    <p:sldId id="412" r:id="rId5"/>
    <p:sldId id="413" r:id="rId6"/>
    <p:sldId id="41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jpe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33400" y="914400"/>
            <a:ext cx="11292205" cy="2570480"/>
          </a:xfrm>
        </p:spPr>
        <p:txBody>
          <a:bodyPr>
            <a:normAutofit fontScale="90000"/>
          </a:bodyPr>
          <a:p>
            <a:r>
              <a:rPr lang="zh-CN" altLang="en-US" sz="5400">
                <a:sym typeface="+mn-ea"/>
              </a:rPr>
              <a:t>激光测距技术和自动驾驶与电子电路</a:t>
            </a:r>
            <a:br>
              <a:rPr lang="zh-CN" altLang="en-US"/>
            </a:b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激光测距技术原理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激光雷达技术的前提是激光测距技术。我们通常能见到的测距方法，从大类上可以分为：激光飞行时间(Time of Flight，TOF)法和三角法。简单来讲，它们分别适用于长距离测距和短距离测距。</a:t>
            </a:r>
            <a:endParaRPr lang="zh-CN" altLang="en-US"/>
          </a:p>
        </p:txBody>
      </p:sp>
      <p:pic>
        <p:nvPicPr>
          <p:cNvPr id="4" name="图片 3" descr="40d3cb3c99dcfa45e56e4af1cd5d6f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4495" y="2438400"/>
            <a:ext cx="6019165" cy="3288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还不能使用摄像头的原因（</a:t>
            </a:r>
            <a:r>
              <a:rPr lang="en-US" altLang="zh-CN"/>
              <a:t>ADAS</a:t>
            </a:r>
            <a:r>
              <a:t>算法）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/>
              <a:t>ADAS是Advanced Driver Assistance System的简称，翻译成中文的意思就是高级驾驶辅助系统。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也就是说，利用安装在车上的各式各样传感器收集数据，并结合地图数据进行系统计算，从而预先为驾驶者判断可能发生的危险，保证行车的安全性。</a:t>
            </a:r>
            <a:endParaRPr lang="zh-CN" altLang="en-US" sz="2000"/>
          </a:p>
        </p:txBody>
      </p:sp>
      <p:pic>
        <p:nvPicPr>
          <p:cNvPr id="4" name="图片 3" descr="4f5c0c8f6ac56fcdba233ea6df0755f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7465" y="3484880"/>
            <a:ext cx="5313680" cy="33731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未来即将成为可能</a:t>
            </a:r>
            <a:endParaRPr lang="zh-CN" altLang="en-US"/>
          </a:p>
        </p:txBody>
      </p:sp>
      <p:pic>
        <p:nvPicPr>
          <p:cNvPr id="4" name="内容占位符 3" descr="o4YBAF5MsAiAGW64AACMXyZxbBY87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3845" y="2350135"/>
            <a:ext cx="9084945" cy="35718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5G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5G通信高速数据传输系统硬件平台离不开高性能AD/DA模块，了解</a:t>
            </a:r>
            <a:r>
              <a:rPr lang="en-US" altLang="zh-CN" sz="2400"/>
              <a:t>A/D</a:t>
            </a:r>
            <a:r>
              <a:rPr sz="2400"/>
              <a:t>转换器是未来发展的重要一步。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16">
        <p:fade/>
      </p:transition>
    </mc:Choice>
    <mc:Fallback>
      <p:transition advTm="616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REFSHAPE" val="472396948"/>
  <p:tag name="KSO_WM_UNIT_PLACING_PICTURE_USER_VIEWPORT" val="{&quot;height&quot;:3450,&quot;width&quot;:6315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WPS 演示</Application>
  <PresentationFormat>宽屏</PresentationFormat>
  <Paragraphs>20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Office 主题​​</vt:lpstr>
      <vt:lpstr>激光测距技术和自动驾驶与电子电路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Peter Peng</cp:lastModifiedBy>
  <cp:revision>106</cp:revision>
  <dcterms:created xsi:type="dcterms:W3CDTF">2019-06-19T02:08:00Z</dcterms:created>
  <dcterms:modified xsi:type="dcterms:W3CDTF">2020-03-13T09:30:37Z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