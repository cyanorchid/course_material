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6" autoAdjust="0"/>
    <p:restoredTop sz="94976" autoAdjust="0"/>
  </p:normalViewPr>
  <p:slideViewPr>
    <p:cSldViewPr snapToGrid="0">
      <p:cViewPr varScale="1">
        <p:scale>
          <a:sx n="82" d="100"/>
          <a:sy n="82" d="100"/>
        </p:scale>
        <p:origin x="57"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EE417E-963E-47C8-B488-8B90237681A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B51C9570-5F2E-4AE8-AF12-3FA7B615A0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8EC2CC5-707F-4696-8623-1E97D21C3B67}"/>
              </a:ext>
            </a:extLst>
          </p:cNvPr>
          <p:cNvSpPr>
            <a:spLocks noGrp="1"/>
          </p:cNvSpPr>
          <p:nvPr>
            <p:ph type="dt" sz="half" idx="10"/>
          </p:nvPr>
        </p:nvSpPr>
        <p:spPr/>
        <p:txBody>
          <a:bodyPr/>
          <a:lstStyle/>
          <a:p>
            <a:fld id="{8DADACB0-68A6-4378-BB8B-5007E93D4472}" type="datetimeFigureOut">
              <a:rPr lang="zh-CN" altLang="en-US" smtClean="0"/>
              <a:t>2020/5/14</a:t>
            </a:fld>
            <a:endParaRPr lang="zh-CN" altLang="en-US"/>
          </a:p>
        </p:txBody>
      </p:sp>
      <p:sp>
        <p:nvSpPr>
          <p:cNvPr id="5" name="页脚占位符 4">
            <a:extLst>
              <a:ext uri="{FF2B5EF4-FFF2-40B4-BE49-F238E27FC236}">
                <a16:creationId xmlns:a16="http://schemas.microsoft.com/office/drawing/2014/main" id="{FDF4AB71-6EB8-4DA5-81AA-FF8BDDC0C24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8E8DFA2-618F-418D-87FC-B111F0CB9DAC}"/>
              </a:ext>
            </a:extLst>
          </p:cNvPr>
          <p:cNvSpPr>
            <a:spLocks noGrp="1"/>
          </p:cNvSpPr>
          <p:nvPr>
            <p:ph type="sldNum" sz="quarter" idx="12"/>
          </p:nvPr>
        </p:nvSpPr>
        <p:spPr/>
        <p:txBody>
          <a:bodyPr/>
          <a:lstStyle/>
          <a:p>
            <a:fld id="{78A0AB57-51C1-49A8-97B5-55B82E34CDF3}" type="slidenum">
              <a:rPr lang="zh-CN" altLang="en-US" smtClean="0"/>
              <a:t>‹#›</a:t>
            </a:fld>
            <a:endParaRPr lang="zh-CN" altLang="en-US"/>
          </a:p>
        </p:txBody>
      </p:sp>
    </p:spTree>
    <p:extLst>
      <p:ext uri="{BB962C8B-B14F-4D97-AF65-F5344CB8AC3E}">
        <p14:creationId xmlns:p14="http://schemas.microsoft.com/office/powerpoint/2010/main" val="25891421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AB66C3-62DD-4DEF-8D26-D8341E17453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24EB0F7-711E-4955-811A-F395C069C47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BCB0C52-C06D-454C-9710-2F4536B82E0D}"/>
              </a:ext>
            </a:extLst>
          </p:cNvPr>
          <p:cNvSpPr>
            <a:spLocks noGrp="1"/>
          </p:cNvSpPr>
          <p:nvPr>
            <p:ph type="dt" sz="half" idx="10"/>
          </p:nvPr>
        </p:nvSpPr>
        <p:spPr/>
        <p:txBody>
          <a:bodyPr/>
          <a:lstStyle/>
          <a:p>
            <a:fld id="{8DADACB0-68A6-4378-BB8B-5007E93D4472}" type="datetimeFigureOut">
              <a:rPr lang="zh-CN" altLang="en-US" smtClean="0"/>
              <a:t>2020/5/14</a:t>
            </a:fld>
            <a:endParaRPr lang="zh-CN" altLang="en-US"/>
          </a:p>
        </p:txBody>
      </p:sp>
      <p:sp>
        <p:nvSpPr>
          <p:cNvPr id="5" name="页脚占位符 4">
            <a:extLst>
              <a:ext uri="{FF2B5EF4-FFF2-40B4-BE49-F238E27FC236}">
                <a16:creationId xmlns:a16="http://schemas.microsoft.com/office/drawing/2014/main" id="{AF94754A-630B-4FE0-A722-A47C82379B9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171C067-C2C6-40F9-8009-17BB20D83735}"/>
              </a:ext>
            </a:extLst>
          </p:cNvPr>
          <p:cNvSpPr>
            <a:spLocks noGrp="1"/>
          </p:cNvSpPr>
          <p:nvPr>
            <p:ph type="sldNum" sz="quarter" idx="12"/>
          </p:nvPr>
        </p:nvSpPr>
        <p:spPr/>
        <p:txBody>
          <a:bodyPr/>
          <a:lstStyle/>
          <a:p>
            <a:fld id="{78A0AB57-51C1-49A8-97B5-55B82E34CDF3}" type="slidenum">
              <a:rPr lang="zh-CN" altLang="en-US" smtClean="0"/>
              <a:t>‹#›</a:t>
            </a:fld>
            <a:endParaRPr lang="zh-CN" altLang="en-US"/>
          </a:p>
        </p:txBody>
      </p:sp>
    </p:spTree>
    <p:extLst>
      <p:ext uri="{BB962C8B-B14F-4D97-AF65-F5344CB8AC3E}">
        <p14:creationId xmlns:p14="http://schemas.microsoft.com/office/powerpoint/2010/main" val="518342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D0A2F7-38A4-49F3-A791-C2FF632B7301}"/>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7DB88B76-D50A-4553-8A52-19E73B5450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C9ECE27-7059-4927-9E90-71A095AE1225}"/>
              </a:ext>
            </a:extLst>
          </p:cNvPr>
          <p:cNvSpPr>
            <a:spLocks noGrp="1"/>
          </p:cNvSpPr>
          <p:nvPr>
            <p:ph type="dt" sz="half" idx="10"/>
          </p:nvPr>
        </p:nvSpPr>
        <p:spPr/>
        <p:txBody>
          <a:bodyPr/>
          <a:lstStyle/>
          <a:p>
            <a:fld id="{8DADACB0-68A6-4378-BB8B-5007E93D4472}" type="datetimeFigureOut">
              <a:rPr lang="zh-CN" altLang="en-US" smtClean="0"/>
              <a:t>2020/5/14</a:t>
            </a:fld>
            <a:endParaRPr lang="zh-CN" altLang="en-US"/>
          </a:p>
        </p:txBody>
      </p:sp>
      <p:sp>
        <p:nvSpPr>
          <p:cNvPr id="5" name="页脚占位符 4">
            <a:extLst>
              <a:ext uri="{FF2B5EF4-FFF2-40B4-BE49-F238E27FC236}">
                <a16:creationId xmlns:a16="http://schemas.microsoft.com/office/drawing/2014/main" id="{F546C013-0C5B-44B9-9015-195FB8B3397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11AF59D-31AD-4DB6-8963-D3520C2BCF36}"/>
              </a:ext>
            </a:extLst>
          </p:cNvPr>
          <p:cNvSpPr>
            <a:spLocks noGrp="1"/>
          </p:cNvSpPr>
          <p:nvPr>
            <p:ph type="sldNum" sz="quarter" idx="12"/>
          </p:nvPr>
        </p:nvSpPr>
        <p:spPr/>
        <p:txBody>
          <a:bodyPr/>
          <a:lstStyle/>
          <a:p>
            <a:fld id="{78A0AB57-51C1-49A8-97B5-55B82E34CDF3}" type="slidenum">
              <a:rPr lang="zh-CN" altLang="en-US" smtClean="0"/>
              <a:t>‹#›</a:t>
            </a:fld>
            <a:endParaRPr lang="zh-CN" altLang="en-US"/>
          </a:p>
        </p:txBody>
      </p:sp>
    </p:spTree>
    <p:extLst>
      <p:ext uri="{BB962C8B-B14F-4D97-AF65-F5344CB8AC3E}">
        <p14:creationId xmlns:p14="http://schemas.microsoft.com/office/powerpoint/2010/main" val="31643597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A20FA-BCBD-4DD6-9399-4A6AD63FC8E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7820FEC-F249-40B3-A9A3-72480038C654}"/>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EE26739E-F88C-4033-810B-B6652B1D6AD9}"/>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B46404A-2C74-4FBA-94AF-FF15C6C8ABD3}"/>
              </a:ext>
            </a:extLst>
          </p:cNvPr>
          <p:cNvSpPr>
            <a:spLocks noGrp="1"/>
          </p:cNvSpPr>
          <p:nvPr>
            <p:ph type="dt" sz="half" idx="10"/>
          </p:nvPr>
        </p:nvSpPr>
        <p:spPr/>
        <p:txBody>
          <a:bodyPr/>
          <a:lstStyle/>
          <a:p>
            <a:fld id="{8DADACB0-68A6-4378-BB8B-5007E93D4472}" type="datetimeFigureOut">
              <a:rPr lang="zh-CN" altLang="en-US" smtClean="0"/>
              <a:t>2020/5/14</a:t>
            </a:fld>
            <a:endParaRPr lang="zh-CN" altLang="en-US"/>
          </a:p>
        </p:txBody>
      </p:sp>
      <p:sp>
        <p:nvSpPr>
          <p:cNvPr id="6" name="页脚占位符 5">
            <a:extLst>
              <a:ext uri="{FF2B5EF4-FFF2-40B4-BE49-F238E27FC236}">
                <a16:creationId xmlns:a16="http://schemas.microsoft.com/office/drawing/2014/main" id="{A44C37B1-8076-4537-B662-3A14E1BE723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6DA45E8-E6B2-48D9-A2DE-A40CB7F330C5}"/>
              </a:ext>
            </a:extLst>
          </p:cNvPr>
          <p:cNvSpPr>
            <a:spLocks noGrp="1"/>
          </p:cNvSpPr>
          <p:nvPr>
            <p:ph type="sldNum" sz="quarter" idx="12"/>
          </p:nvPr>
        </p:nvSpPr>
        <p:spPr/>
        <p:txBody>
          <a:bodyPr/>
          <a:lstStyle/>
          <a:p>
            <a:fld id="{78A0AB57-51C1-49A8-97B5-55B82E34CDF3}" type="slidenum">
              <a:rPr lang="zh-CN" altLang="en-US" smtClean="0"/>
              <a:t>‹#›</a:t>
            </a:fld>
            <a:endParaRPr lang="zh-CN" altLang="en-US"/>
          </a:p>
        </p:txBody>
      </p:sp>
    </p:spTree>
    <p:extLst>
      <p:ext uri="{BB962C8B-B14F-4D97-AF65-F5344CB8AC3E}">
        <p14:creationId xmlns:p14="http://schemas.microsoft.com/office/powerpoint/2010/main" val="15109963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83768F-8925-4606-A739-F4DDD39680FB}"/>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98BB34CC-18AE-4A78-90EF-DEB3793480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D5536D5-0D44-4F55-A881-E3FE1A81050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B9666CC-7C4E-49DE-A874-D69876DDA9F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904B2D34-1D67-4718-967A-A27F60967148}"/>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1491AF0-D8A5-4776-AD53-25FE0BD9215A}"/>
              </a:ext>
            </a:extLst>
          </p:cNvPr>
          <p:cNvSpPr>
            <a:spLocks noGrp="1"/>
          </p:cNvSpPr>
          <p:nvPr>
            <p:ph type="dt" sz="half" idx="10"/>
          </p:nvPr>
        </p:nvSpPr>
        <p:spPr/>
        <p:txBody>
          <a:bodyPr/>
          <a:lstStyle/>
          <a:p>
            <a:fld id="{8DADACB0-68A6-4378-BB8B-5007E93D4472}" type="datetimeFigureOut">
              <a:rPr lang="zh-CN" altLang="en-US" smtClean="0"/>
              <a:t>2020/5/14</a:t>
            </a:fld>
            <a:endParaRPr lang="zh-CN" altLang="en-US"/>
          </a:p>
        </p:txBody>
      </p:sp>
      <p:sp>
        <p:nvSpPr>
          <p:cNvPr id="8" name="页脚占位符 7">
            <a:extLst>
              <a:ext uri="{FF2B5EF4-FFF2-40B4-BE49-F238E27FC236}">
                <a16:creationId xmlns:a16="http://schemas.microsoft.com/office/drawing/2014/main" id="{A1DBC660-62F3-4155-A706-27153C018B7A}"/>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1232D273-FF1E-4014-BF1D-9632A9B6B790}"/>
              </a:ext>
            </a:extLst>
          </p:cNvPr>
          <p:cNvSpPr>
            <a:spLocks noGrp="1"/>
          </p:cNvSpPr>
          <p:nvPr>
            <p:ph type="sldNum" sz="quarter" idx="12"/>
          </p:nvPr>
        </p:nvSpPr>
        <p:spPr/>
        <p:txBody>
          <a:bodyPr/>
          <a:lstStyle/>
          <a:p>
            <a:fld id="{78A0AB57-51C1-49A8-97B5-55B82E34CDF3}" type="slidenum">
              <a:rPr lang="zh-CN" altLang="en-US" smtClean="0"/>
              <a:t>‹#›</a:t>
            </a:fld>
            <a:endParaRPr lang="zh-CN" altLang="en-US"/>
          </a:p>
        </p:txBody>
      </p:sp>
    </p:spTree>
    <p:extLst>
      <p:ext uri="{BB962C8B-B14F-4D97-AF65-F5344CB8AC3E}">
        <p14:creationId xmlns:p14="http://schemas.microsoft.com/office/powerpoint/2010/main" val="34339245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FDEFFC-ED5B-45DB-B2AE-DB4736CA881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4A1A6E5C-A0FD-4E91-8732-A6629D261608}"/>
              </a:ext>
            </a:extLst>
          </p:cNvPr>
          <p:cNvSpPr>
            <a:spLocks noGrp="1"/>
          </p:cNvSpPr>
          <p:nvPr>
            <p:ph type="dt" sz="half" idx="10"/>
          </p:nvPr>
        </p:nvSpPr>
        <p:spPr/>
        <p:txBody>
          <a:bodyPr/>
          <a:lstStyle/>
          <a:p>
            <a:fld id="{8DADACB0-68A6-4378-BB8B-5007E93D4472}" type="datetimeFigureOut">
              <a:rPr lang="zh-CN" altLang="en-US" smtClean="0"/>
              <a:t>2020/5/14</a:t>
            </a:fld>
            <a:endParaRPr lang="zh-CN" altLang="en-US"/>
          </a:p>
        </p:txBody>
      </p:sp>
      <p:sp>
        <p:nvSpPr>
          <p:cNvPr id="4" name="页脚占位符 3">
            <a:extLst>
              <a:ext uri="{FF2B5EF4-FFF2-40B4-BE49-F238E27FC236}">
                <a16:creationId xmlns:a16="http://schemas.microsoft.com/office/drawing/2014/main" id="{2C0A599D-555E-4D55-B6E7-1B482F0409D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C426B7BB-4A17-4D10-BAE2-5DF915E98F6E}"/>
              </a:ext>
            </a:extLst>
          </p:cNvPr>
          <p:cNvSpPr>
            <a:spLocks noGrp="1"/>
          </p:cNvSpPr>
          <p:nvPr>
            <p:ph type="sldNum" sz="quarter" idx="12"/>
          </p:nvPr>
        </p:nvSpPr>
        <p:spPr/>
        <p:txBody>
          <a:bodyPr/>
          <a:lstStyle/>
          <a:p>
            <a:fld id="{78A0AB57-51C1-49A8-97B5-55B82E34CDF3}" type="slidenum">
              <a:rPr lang="zh-CN" altLang="en-US" smtClean="0"/>
              <a:t>‹#›</a:t>
            </a:fld>
            <a:endParaRPr lang="zh-CN" altLang="en-US"/>
          </a:p>
        </p:txBody>
      </p:sp>
    </p:spTree>
    <p:extLst>
      <p:ext uri="{BB962C8B-B14F-4D97-AF65-F5344CB8AC3E}">
        <p14:creationId xmlns:p14="http://schemas.microsoft.com/office/powerpoint/2010/main" val="41299873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152FECC-CF75-46DA-8C6F-563BAB5D4F04}"/>
              </a:ext>
            </a:extLst>
          </p:cNvPr>
          <p:cNvSpPr>
            <a:spLocks noGrp="1"/>
          </p:cNvSpPr>
          <p:nvPr>
            <p:ph type="dt" sz="half" idx="10"/>
          </p:nvPr>
        </p:nvSpPr>
        <p:spPr/>
        <p:txBody>
          <a:bodyPr/>
          <a:lstStyle/>
          <a:p>
            <a:fld id="{8DADACB0-68A6-4378-BB8B-5007E93D4472}" type="datetimeFigureOut">
              <a:rPr lang="zh-CN" altLang="en-US" smtClean="0"/>
              <a:t>2020/5/14</a:t>
            </a:fld>
            <a:endParaRPr lang="zh-CN" altLang="en-US"/>
          </a:p>
        </p:txBody>
      </p:sp>
      <p:sp>
        <p:nvSpPr>
          <p:cNvPr id="3" name="页脚占位符 2">
            <a:extLst>
              <a:ext uri="{FF2B5EF4-FFF2-40B4-BE49-F238E27FC236}">
                <a16:creationId xmlns:a16="http://schemas.microsoft.com/office/drawing/2014/main" id="{7BEF1B3E-E6BC-4ADD-B718-0DDAF2AF1015}"/>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967A52D5-B338-4748-92D9-2FC991861C0D}"/>
              </a:ext>
            </a:extLst>
          </p:cNvPr>
          <p:cNvSpPr>
            <a:spLocks noGrp="1"/>
          </p:cNvSpPr>
          <p:nvPr>
            <p:ph type="sldNum" sz="quarter" idx="12"/>
          </p:nvPr>
        </p:nvSpPr>
        <p:spPr/>
        <p:txBody>
          <a:bodyPr/>
          <a:lstStyle/>
          <a:p>
            <a:fld id="{78A0AB57-51C1-49A8-97B5-55B82E34CDF3}" type="slidenum">
              <a:rPr lang="zh-CN" altLang="en-US" smtClean="0"/>
              <a:t>‹#›</a:t>
            </a:fld>
            <a:endParaRPr lang="zh-CN" altLang="en-US"/>
          </a:p>
        </p:txBody>
      </p:sp>
    </p:spTree>
    <p:extLst>
      <p:ext uri="{BB962C8B-B14F-4D97-AF65-F5344CB8AC3E}">
        <p14:creationId xmlns:p14="http://schemas.microsoft.com/office/powerpoint/2010/main" val="13899396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2F72B7-3E36-4062-848A-9B60EBABDD4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EBDCA9A-B159-4C8C-9C8F-F872BA9D6C8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8DF2DB84-133A-4E3C-81DB-5C85ACC233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07EE7D9-388F-4B33-8573-1E25BDFC43D6}"/>
              </a:ext>
            </a:extLst>
          </p:cNvPr>
          <p:cNvSpPr>
            <a:spLocks noGrp="1"/>
          </p:cNvSpPr>
          <p:nvPr>
            <p:ph type="dt" sz="half" idx="10"/>
          </p:nvPr>
        </p:nvSpPr>
        <p:spPr/>
        <p:txBody>
          <a:bodyPr/>
          <a:lstStyle/>
          <a:p>
            <a:fld id="{8DADACB0-68A6-4378-BB8B-5007E93D4472}" type="datetimeFigureOut">
              <a:rPr lang="zh-CN" altLang="en-US" smtClean="0"/>
              <a:t>2020/5/14</a:t>
            </a:fld>
            <a:endParaRPr lang="zh-CN" altLang="en-US"/>
          </a:p>
        </p:txBody>
      </p:sp>
      <p:sp>
        <p:nvSpPr>
          <p:cNvPr id="6" name="页脚占位符 5">
            <a:extLst>
              <a:ext uri="{FF2B5EF4-FFF2-40B4-BE49-F238E27FC236}">
                <a16:creationId xmlns:a16="http://schemas.microsoft.com/office/drawing/2014/main" id="{44D7B11C-AD5B-480B-8E3B-7CB94D7FB4A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7B58A68-9B57-4685-8FD1-BF82D4D949B8}"/>
              </a:ext>
            </a:extLst>
          </p:cNvPr>
          <p:cNvSpPr>
            <a:spLocks noGrp="1"/>
          </p:cNvSpPr>
          <p:nvPr>
            <p:ph type="sldNum" sz="quarter" idx="12"/>
          </p:nvPr>
        </p:nvSpPr>
        <p:spPr/>
        <p:txBody>
          <a:bodyPr/>
          <a:lstStyle/>
          <a:p>
            <a:fld id="{78A0AB57-51C1-49A8-97B5-55B82E34CDF3}" type="slidenum">
              <a:rPr lang="zh-CN" altLang="en-US" smtClean="0"/>
              <a:t>‹#›</a:t>
            </a:fld>
            <a:endParaRPr lang="zh-CN" altLang="en-US"/>
          </a:p>
        </p:txBody>
      </p:sp>
    </p:spTree>
    <p:extLst>
      <p:ext uri="{BB962C8B-B14F-4D97-AF65-F5344CB8AC3E}">
        <p14:creationId xmlns:p14="http://schemas.microsoft.com/office/powerpoint/2010/main" val="35053906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E65068-F9A1-4A34-AB47-D5EAF5E6BB9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2AB94E4-1105-4590-8A1E-375344F1B76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C93D05C-DD85-4D87-920D-C5CFFDECFC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3FDE137-1B21-4B21-BF4C-54187DF258C2}"/>
              </a:ext>
            </a:extLst>
          </p:cNvPr>
          <p:cNvSpPr>
            <a:spLocks noGrp="1"/>
          </p:cNvSpPr>
          <p:nvPr>
            <p:ph type="dt" sz="half" idx="10"/>
          </p:nvPr>
        </p:nvSpPr>
        <p:spPr/>
        <p:txBody>
          <a:bodyPr/>
          <a:lstStyle/>
          <a:p>
            <a:fld id="{8DADACB0-68A6-4378-BB8B-5007E93D4472}" type="datetimeFigureOut">
              <a:rPr lang="zh-CN" altLang="en-US" smtClean="0"/>
              <a:t>2020/5/14</a:t>
            </a:fld>
            <a:endParaRPr lang="zh-CN" altLang="en-US"/>
          </a:p>
        </p:txBody>
      </p:sp>
      <p:sp>
        <p:nvSpPr>
          <p:cNvPr id="6" name="页脚占位符 5">
            <a:extLst>
              <a:ext uri="{FF2B5EF4-FFF2-40B4-BE49-F238E27FC236}">
                <a16:creationId xmlns:a16="http://schemas.microsoft.com/office/drawing/2014/main" id="{2FEA3145-054B-4FD6-8AFE-9FC7F46199D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35B7CE7-0581-436C-AD8B-1E5A3FA8650C}"/>
              </a:ext>
            </a:extLst>
          </p:cNvPr>
          <p:cNvSpPr>
            <a:spLocks noGrp="1"/>
          </p:cNvSpPr>
          <p:nvPr>
            <p:ph type="sldNum" sz="quarter" idx="12"/>
          </p:nvPr>
        </p:nvSpPr>
        <p:spPr/>
        <p:txBody>
          <a:bodyPr/>
          <a:lstStyle/>
          <a:p>
            <a:fld id="{78A0AB57-51C1-49A8-97B5-55B82E34CDF3}" type="slidenum">
              <a:rPr lang="zh-CN" altLang="en-US" smtClean="0"/>
              <a:t>‹#›</a:t>
            </a:fld>
            <a:endParaRPr lang="zh-CN" altLang="en-US"/>
          </a:p>
        </p:txBody>
      </p:sp>
    </p:spTree>
    <p:extLst>
      <p:ext uri="{BB962C8B-B14F-4D97-AF65-F5344CB8AC3E}">
        <p14:creationId xmlns:p14="http://schemas.microsoft.com/office/powerpoint/2010/main" val="24892695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4B81D9-1E3C-4E44-B180-485BCFC82CAE}"/>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47412A7-A25B-4C2A-9F03-D98C1A6BFC5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B28210E-2DB3-4ABD-85EC-9D10AAA15A8C}"/>
              </a:ext>
            </a:extLst>
          </p:cNvPr>
          <p:cNvSpPr>
            <a:spLocks noGrp="1"/>
          </p:cNvSpPr>
          <p:nvPr>
            <p:ph type="dt" sz="half" idx="10"/>
          </p:nvPr>
        </p:nvSpPr>
        <p:spPr/>
        <p:txBody>
          <a:bodyPr/>
          <a:lstStyle/>
          <a:p>
            <a:fld id="{8DADACB0-68A6-4378-BB8B-5007E93D4472}" type="datetimeFigureOut">
              <a:rPr lang="zh-CN" altLang="en-US" smtClean="0"/>
              <a:t>2020/5/14</a:t>
            </a:fld>
            <a:endParaRPr lang="zh-CN" altLang="en-US"/>
          </a:p>
        </p:txBody>
      </p:sp>
      <p:sp>
        <p:nvSpPr>
          <p:cNvPr id="5" name="页脚占位符 4">
            <a:extLst>
              <a:ext uri="{FF2B5EF4-FFF2-40B4-BE49-F238E27FC236}">
                <a16:creationId xmlns:a16="http://schemas.microsoft.com/office/drawing/2014/main" id="{FD8D6638-0CA4-45FE-BFBC-56B9F4B1ED6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A35DD7B-B180-4A0E-9FFD-1AC8D890BDB5}"/>
              </a:ext>
            </a:extLst>
          </p:cNvPr>
          <p:cNvSpPr>
            <a:spLocks noGrp="1"/>
          </p:cNvSpPr>
          <p:nvPr>
            <p:ph type="sldNum" sz="quarter" idx="12"/>
          </p:nvPr>
        </p:nvSpPr>
        <p:spPr/>
        <p:txBody>
          <a:bodyPr/>
          <a:lstStyle/>
          <a:p>
            <a:fld id="{78A0AB57-51C1-49A8-97B5-55B82E34CDF3}" type="slidenum">
              <a:rPr lang="zh-CN" altLang="en-US" smtClean="0"/>
              <a:t>‹#›</a:t>
            </a:fld>
            <a:endParaRPr lang="zh-CN" altLang="en-US"/>
          </a:p>
        </p:txBody>
      </p:sp>
    </p:spTree>
    <p:extLst>
      <p:ext uri="{BB962C8B-B14F-4D97-AF65-F5344CB8AC3E}">
        <p14:creationId xmlns:p14="http://schemas.microsoft.com/office/powerpoint/2010/main" val="3786234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2B8D5F5-482A-4CCF-AA86-AD9A42904F54}"/>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6981ECEB-6A41-4D45-BCF3-FFB4F995E58B}"/>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0B86C0D-B1C2-4A7C-88D8-46EFE8EF3EFB}"/>
              </a:ext>
            </a:extLst>
          </p:cNvPr>
          <p:cNvSpPr>
            <a:spLocks noGrp="1"/>
          </p:cNvSpPr>
          <p:nvPr>
            <p:ph type="dt" sz="half" idx="10"/>
          </p:nvPr>
        </p:nvSpPr>
        <p:spPr/>
        <p:txBody>
          <a:bodyPr/>
          <a:lstStyle/>
          <a:p>
            <a:fld id="{8DADACB0-68A6-4378-BB8B-5007E93D4472}" type="datetimeFigureOut">
              <a:rPr lang="zh-CN" altLang="en-US" smtClean="0"/>
              <a:t>2020/5/14</a:t>
            </a:fld>
            <a:endParaRPr lang="zh-CN" altLang="en-US"/>
          </a:p>
        </p:txBody>
      </p:sp>
      <p:sp>
        <p:nvSpPr>
          <p:cNvPr id="5" name="页脚占位符 4">
            <a:extLst>
              <a:ext uri="{FF2B5EF4-FFF2-40B4-BE49-F238E27FC236}">
                <a16:creationId xmlns:a16="http://schemas.microsoft.com/office/drawing/2014/main" id="{E11AEFA5-E352-4F10-A2A7-1C96667793F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9ABE1CD-AE95-4295-BEAE-7572D7E76FCA}"/>
              </a:ext>
            </a:extLst>
          </p:cNvPr>
          <p:cNvSpPr>
            <a:spLocks noGrp="1"/>
          </p:cNvSpPr>
          <p:nvPr>
            <p:ph type="sldNum" sz="quarter" idx="12"/>
          </p:nvPr>
        </p:nvSpPr>
        <p:spPr/>
        <p:txBody>
          <a:bodyPr/>
          <a:lstStyle/>
          <a:p>
            <a:fld id="{78A0AB57-51C1-49A8-97B5-55B82E34CDF3}" type="slidenum">
              <a:rPr lang="zh-CN" altLang="en-US" smtClean="0"/>
              <a:t>‹#›</a:t>
            </a:fld>
            <a:endParaRPr lang="zh-CN" altLang="en-US"/>
          </a:p>
        </p:txBody>
      </p:sp>
    </p:spTree>
    <p:extLst>
      <p:ext uri="{BB962C8B-B14F-4D97-AF65-F5344CB8AC3E}">
        <p14:creationId xmlns:p14="http://schemas.microsoft.com/office/powerpoint/2010/main" val="2317730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DD892CCF-DA2D-4449-A22F-79C23CC7C2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9770D94-E394-459D-B571-64E6AF6175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623696E-E41A-4F71-B242-6D0DDF6305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DADACB0-68A6-4378-BB8B-5007E93D4472}" type="datetimeFigureOut">
              <a:rPr lang="zh-CN" altLang="en-US" smtClean="0"/>
              <a:t>2020/5/14</a:t>
            </a:fld>
            <a:endParaRPr lang="zh-CN" altLang="en-US"/>
          </a:p>
        </p:txBody>
      </p:sp>
      <p:sp>
        <p:nvSpPr>
          <p:cNvPr id="5" name="页脚占位符 4">
            <a:extLst>
              <a:ext uri="{FF2B5EF4-FFF2-40B4-BE49-F238E27FC236}">
                <a16:creationId xmlns:a16="http://schemas.microsoft.com/office/drawing/2014/main" id="{42252C1F-07BD-48DE-95E1-C9489A58F5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454233E6-E1A8-4364-9B68-00A19AA1EF3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A0AB57-51C1-49A8-97B5-55B82E34CDF3}" type="slidenum">
              <a:rPr lang="zh-CN" altLang="en-US" smtClean="0"/>
              <a:t>‹#›</a:t>
            </a:fld>
            <a:endParaRPr lang="zh-CN" altLang="en-US"/>
          </a:p>
        </p:txBody>
      </p:sp>
    </p:spTree>
    <p:extLst>
      <p:ext uri="{BB962C8B-B14F-4D97-AF65-F5344CB8AC3E}">
        <p14:creationId xmlns:p14="http://schemas.microsoft.com/office/powerpoint/2010/main" val="5784165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baike.baidu.com/item/%E6%B3%95%E8%A5%BF%E6%96%AF" TargetMode="External"/><Relationship Id="rId2" Type="http://schemas.openxmlformats.org/officeDocument/2006/relationships/hyperlink" Target="https://baike.baidu.com/item/%E4%B8%AD%E7%BE%8E%E7%89%B9%E7%A7%8D%E6%8A%80%E6%9C%AF%E5%90%88%E4%BD%9C%E6%89%80" TargetMode="External"/><Relationship Id="rId1" Type="http://schemas.openxmlformats.org/officeDocument/2006/relationships/slideLayout" Target="../slideLayouts/slideLayout2.xml"/><Relationship Id="rId4" Type="http://schemas.openxmlformats.org/officeDocument/2006/relationships/hyperlink" Target="https://baike.baidu.com/item/%E6%9D%A8%E8%99%8E%E5%9F%8E"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hyperlink" Target="https://baike.baidu.com/item/%E8%BD%A6%E8%80%80%E5%85%88" TargetMode="External"/><Relationship Id="rId3" Type="http://schemas.openxmlformats.org/officeDocument/2006/relationships/hyperlink" Target="https://baike.baidu.com/item/%E5%86%9B%E7%BB%9F" TargetMode="External"/><Relationship Id="rId7" Type="http://schemas.openxmlformats.org/officeDocument/2006/relationships/hyperlink" Target="https://baike.baidu.com/item/%E7%BD%97%E4%B8%96%E6%96%87" TargetMode="Externa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hyperlink" Target="https://baike.baidu.com/item/%E6%B1%9F%E7%AB%B9%E7%AD%A0" TargetMode="External"/><Relationship Id="rId5" Type="http://schemas.openxmlformats.org/officeDocument/2006/relationships/hyperlink" Target="https://baike.baidu.com/item/%E5%8F%B6%E6%8C%BA" TargetMode="External"/><Relationship Id="rId4" Type="http://schemas.openxmlformats.org/officeDocument/2006/relationships/hyperlink" Target="https://baike.baidu.com/item/%E6%9D%A8%E8%99%8E%E5%9F%8E" TargetMode="External"/><Relationship Id="rId9" Type="http://schemas.openxmlformats.org/officeDocument/2006/relationships/image" Target="../media/image4.jpg"/></Relationships>
</file>

<file path=ppt/slides/_rels/slide5.xml.rels><?xml version="1.0" encoding="UTF-8" standalone="yes"?>
<Relationships xmlns="http://schemas.openxmlformats.org/package/2006/relationships"><Relationship Id="rId3" Type="http://schemas.openxmlformats.org/officeDocument/2006/relationships/hyperlink" Target="https://baike.baidu.com/item/%E7%99%BD%E9%A9%B9" TargetMode="External"/><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hyperlink" Target="https://baike.baidu.com/item/%E5%91%A8%E5%9D%87%E6%97%B6" TargetMode="External"/><Relationship Id="rId5" Type="http://schemas.openxmlformats.org/officeDocument/2006/relationships/hyperlink" Target="https://baike.baidu.com/item/%E6%81%AF%E7%83%BD" TargetMode="External"/><Relationship Id="rId4" Type="http://schemas.openxmlformats.org/officeDocument/2006/relationships/hyperlink" Target="https://baike.baidu.com/item/%E7%99%BD%E5%85%AC%E9%A6%86"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baike.baidu.com/item/%E5%AE%8B%E6%8C%AF%E4%B8%AD" TargetMode="External"/><Relationship Id="rId7" Type="http://schemas.openxmlformats.org/officeDocument/2006/relationships/hyperlink" Target="https://baike.baidu.com/item/%E5%91%A8%E4%BB%8E%E5%8C%96" TargetMode="External"/><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hyperlink" Target="https://baike.baidu.com/item/%E9%99%88%E7%84%B6" TargetMode="External"/><Relationship Id="rId5" Type="http://schemas.openxmlformats.org/officeDocument/2006/relationships/hyperlink" Target="https://baike.baidu.com/item/%E5%BE%90%E6%9E%97%E4%BE%A0" TargetMode="External"/><Relationship Id="rId4" Type="http://schemas.openxmlformats.org/officeDocument/2006/relationships/hyperlink" Target="https://baike.baidu.com/item/%E5%B0%8F%E8%90%9D%E5%8D%9C%E5%A4%B4"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baike.baidu.com/item/%E6%B8%A3%E6%BB%93%E6%B4%9E" TargetMode="External"/><Relationship Id="rId2" Type="http://schemas.openxmlformats.org/officeDocument/2006/relationships/hyperlink" Target="https://baike.baidu.com/item/%E7%A3%81%E5%99%A8%E5%8F%A3" TargetMode="External"/><Relationship Id="rId1" Type="http://schemas.openxmlformats.org/officeDocument/2006/relationships/slideLayout" Target="../slideLayouts/slideLayout2.xml"/><Relationship Id="rId5" Type="http://schemas.openxmlformats.org/officeDocument/2006/relationships/image" Target="../media/image8.jpg"/><Relationship Id="rId4"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C2432F-954D-4C96-BFF4-8A199EC66A34}"/>
              </a:ext>
            </a:extLst>
          </p:cNvPr>
          <p:cNvSpPr>
            <a:spLocks noGrp="1"/>
          </p:cNvSpPr>
          <p:nvPr>
            <p:ph type="ctrTitle"/>
          </p:nvPr>
        </p:nvSpPr>
        <p:spPr>
          <a:xfrm>
            <a:off x="1524000" y="1122363"/>
            <a:ext cx="9144000" cy="901309"/>
          </a:xfrm>
        </p:spPr>
        <p:txBody>
          <a:bodyPr>
            <a:normAutofit fontScale="90000"/>
          </a:bodyPr>
          <a:lstStyle/>
          <a:p>
            <a:r>
              <a:rPr lang="zh-CN" altLang="en-US" dirty="0"/>
              <a:t>重庆红色旅游</a:t>
            </a:r>
          </a:p>
        </p:txBody>
      </p:sp>
      <p:sp>
        <p:nvSpPr>
          <p:cNvPr id="3" name="副标题 2">
            <a:extLst>
              <a:ext uri="{FF2B5EF4-FFF2-40B4-BE49-F238E27FC236}">
                <a16:creationId xmlns:a16="http://schemas.microsoft.com/office/drawing/2014/main" id="{C42F9FB9-0B93-4FA9-B9C3-570D04D16652}"/>
              </a:ext>
            </a:extLst>
          </p:cNvPr>
          <p:cNvSpPr>
            <a:spLocks noGrp="1"/>
          </p:cNvSpPr>
          <p:nvPr>
            <p:ph type="subTitle" idx="1"/>
          </p:nvPr>
        </p:nvSpPr>
        <p:spPr>
          <a:xfrm>
            <a:off x="1416424" y="3841097"/>
            <a:ext cx="9144000" cy="393366"/>
          </a:xfrm>
        </p:spPr>
        <p:txBody>
          <a:bodyPr>
            <a:noAutofit/>
          </a:bodyPr>
          <a:lstStyle/>
          <a:p>
            <a:r>
              <a:rPr lang="zh-CN" altLang="en-US" sz="8000" b="1" dirty="0"/>
              <a:t>歌乐山篇</a:t>
            </a:r>
          </a:p>
        </p:txBody>
      </p:sp>
      <p:pic>
        <p:nvPicPr>
          <p:cNvPr id="1040" name="Picture 16">
            <a:extLst>
              <a:ext uri="{FF2B5EF4-FFF2-40B4-BE49-F238E27FC236}">
                <a16:creationId xmlns:a16="http://schemas.microsoft.com/office/drawing/2014/main" id="{98EEE9D3-4D8B-4F6B-97A1-912FDC5D5F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670" y="74800"/>
            <a:ext cx="3409950" cy="2190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05235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558B3A-C88F-4B0B-B65C-C6E734BEA13A}"/>
              </a:ext>
            </a:extLst>
          </p:cNvPr>
          <p:cNvSpPr>
            <a:spLocks noGrp="1"/>
          </p:cNvSpPr>
          <p:nvPr>
            <p:ph type="title"/>
          </p:nvPr>
        </p:nvSpPr>
        <p:spPr/>
        <p:txBody>
          <a:bodyPr/>
          <a:lstStyle/>
          <a:p>
            <a:r>
              <a:rPr lang="zh-CN" altLang="en-US" dirty="0"/>
              <a:t>歌乐山的故事：</a:t>
            </a:r>
          </a:p>
        </p:txBody>
      </p:sp>
      <p:sp>
        <p:nvSpPr>
          <p:cNvPr id="3" name="内容占位符 2">
            <a:extLst>
              <a:ext uri="{FF2B5EF4-FFF2-40B4-BE49-F238E27FC236}">
                <a16:creationId xmlns:a16="http://schemas.microsoft.com/office/drawing/2014/main" id="{97CB9CD6-D822-49C1-8F73-F29B48B15C9A}"/>
              </a:ext>
            </a:extLst>
          </p:cNvPr>
          <p:cNvSpPr>
            <a:spLocks noGrp="1"/>
          </p:cNvSpPr>
          <p:nvPr>
            <p:ph idx="1"/>
          </p:nvPr>
        </p:nvSpPr>
        <p:spPr>
          <a:xfrm>
            <a:off x="838200" y="1825624"/>
            <a:ext cx="10515600" cy="4243195"/>
          </a:xfrm>
        </p:spPr>
        <p:txBody>
          <a:bodyPr>
            <a:normAutofit lnSpcReduction="10000"/>
          </a:bodyPr>
          <a:lstStyle/>
          <a:p>
            <a:pPr marL="0" indent="0">
              <a:buNone/>
            </a:pPr>
            <a:r>
              <a:rPr lang="en-US" altLang="zh-CN" dirty="0"/>
              <a:t>	</a:t>
            </a:r>
            <a:r>
              <a:rPr lang="zh-CN" altLang="en-US" dirty="0"/>
              <a:t>系国民党政府时期“国民党军事调查统计局”（简称“军统局”）总部、电台、监狱所在地。二战后期，曾在此建“</a:t>
            </a:r>
            <a:r>
              <a:rPr lang="zh-CN" altLang="en-US" dirty="0">
                <a:hlinkClick r:id="rId2"/>
              </a:rPr>
              <a:t>中美特种技术合作所</a:t>
            </a:r>
            <a:r>
              <a:rPr lang="zh-CN" altLang="en-US" dirty="0"/>
              <a:t>”。</a:t>
            </a:r>
            <a:endParaRPr lang="en-US" altLang="zh-CN" dirty="0"/>
          </a:p>
          <a:p>
            <a:pPr marL="0" indent="0">
              <a:buNone/>
            </a:pPr>
            <a:r>
              <a:rPr lang="en-US" altLang="zh-CN" dirty="0"/>
              <a:t>	</a:t>
            </a:r>
            <a:r>
              <a:rPr lang="zh-CN" altLang="en-US" dirty="0"/>
              <a:t>它名义上是以中美联合对日作间谍战、中美交换情报为幌子。实际上，完全是一个训练</a:t>
            </a:r>
            <a:r>
              <a:rPr lang="zh-CN" altLang="en-US" dirty="0">
                <a:hlinkClick r:id="rId3"/>
              </a:rPr>
              <a:t>法西斯</a:t>
            </a:r>
            <a:r>
              <a:rPr lang="zh-CN" altLang="en-US" dirty="0"/>
              <a:t>刽子手的机构，对中国共产党员和抗日民主人士进行大量的搜捕和迫害。国民党统治时期，这里是关押和杀害革命志士的人间地狱。“皖南事变”后，新四军军长叶挺将军曾被囚禁于此，著名共产党人罗世文、车耀先、江竹筠，爱国将领</a:t>
            </a:r>
            <a:r>
              <a:rPr lang="zh-CN" altLang="en-US" dirty="0">
                <a:hlinkClick r:id="rId4"/>
              </a:rPr>
              <a:t>杨虎城</a:t>
            </a:r>
            <a:r>
              <a:rPr lang="zh-CN" altLang="en-US" dirty="0"/>
              <a:t>、黄显声等均在这里惨遭杀害。</a:t>
            </a:r>
            <a:endParaRPr lang="en-US" altLang="zh-CN" dirty="0"/>
          </a:p>
          <a:p>
            <a:pPr marL="0" indent="0">
              <a:buNone/>
            </a:pPr>
            <a:r>
              <a:rPr lang="en-US" altLang="zh-CN" dirty="0"/>
              <a:t>	</a:t>
            </a:r>
            <a:r>
              <a:rPr lang="zh-CN" altLang="en-US" dirty="0"/>
              <a:t>而“一一</a:t>
            </a:r>
            <a:r>
              <a:rPr lang="en-US" altLang="zh-CN" dirty="0"/>
              <a:t>·</a:t>
            </a:r>
            <a:r>
              <a:rPr lang="zh-CN" altLang="en-US" dirty="0"/>
              <a:t>二七”大血案，也同样发生在这个充满烈士鲜血和悲伤的地方。</a:t>
            </a:r>
          </a:p>
        </p:txBody>
      </p:sp>
    </p:spTree>
    <p:extLst>
      <p:ext uri="{BB962C8B-B14F-4D97-AF65-F5344CB8AC3E}">
        <p14:creationId xmlns:p14="http://schemas.microsoft.com/office/powerpoint/2010/main" val="6516476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A79D9FD-3ADD-46FF-B7CF-35151C259985}"/>
              </a:ext>
            </a:extLst>
          </p:cNvPr>
          <p:cNvSpPr>
            <a:spLocks noGrp="1"/>
          </p:cNvSpPr>
          <p:nvPr>
            <p:ph idx="1"/>
          </p:nvPr>
        </p:nvSpPr>
        <p:spPr>
          <a:xfrm>
            <a:off x="838200" y="337803"/>
            <a:ext cx="10515600" cy="5839159"/>
          </a:xfrm>
        </p:spPr>
        <p:txBody>
          <a:bodyPr/>
          <a:lstStyle/>
          <a:p>
            <a:pPr marL="0" indent="0">
              <a:buNone/>
            </a:pPr>
            <a:r>
              <a:rPr lang="en-US" altLang="zh-CN" dirty="0"/>
              <a:t>	</a:t>
            </a:r>
            <a:r>
              <a:rPr lang="zh-CN" altLang="en-US" dirty="0"/>
              <a:t>为了不忘过去，铭记先烈，</a:t>
            </a:r>
            <a:r>
              <a:rPr lang="en-US" altLang="zh-CN" dirty="0"/>
              <a:t>1955</a:t>
            </a:r>
            <a:r>
              <a:rPr lang="zh-CN" altLang="en-US" dirty="0"/>
              <a:t>年重庆市人民政府修建了烈士墓园和烈士纪念碑，</a:t>
            </a:r>
            <a:r>
              <a:rPr lang="en-US" altLang="zh-CN" dirty="0"/>
              <a:t>1956</a:t>
            </a:r>
            <a:r>
              <a:rPr lang="zh-CN" altLang="en-US" dirty="0"/>
              <a:t>年定为省级文物保护单位。</a:t>
            </a:r>
            <a:endParaRPr lang="en-US" altLang="zh-CN" dirty="0"/>
          </a:p>
          <a:p>
            <a:pPr marL="0" indent="0">
              <a:buNone/>
            </a:pPr>
            <a:r>
              <a:rPr lang="en-US" altLang="zh-CN" dirty="0"/>
              <a:t>	</a:t>
            </a:r>
            <a:r>
              <a:rPr lang="zh-CN" altLang="en-US" dirty="0"/>
              <a:t>接下来，我们将为大家详细介绍歌乐山烈士陵园的主要景点，以及这些景点背后的故事。让我们再参观这些景点的时候，也能不忘过去，思考过去先烈的伟大遗志和不朽精神。</a:t>
            </a:r>
            <a:endParaRPr lang="en-US" altLang="zh-CN" dirty="0"/>
          </a:p>
        </p:txBody>
      </p:sp>
      <p:sp>
        <p:nvSpPr>
          <p:cNvPr id="5" name="AutoShape 6">
            <a:extLst>
              <a:ext uri="{FF2B5EF4-FFF2-40B4-BE49-F238E27FC236}">
                <a16:creationId xmlns:a16="http://schemas.microsoft.com/office/drawing/2014/main" id="{C22DA71B-39B1-4DB7-975A-0764F2422C37}"/>
              </a:ext>
            </a:extLst>
          </p:cNvPr>
          <p:cNvSpPr>
            <a:spLocks noChangeAspect="1" noChangeArrowheads="1"/>
          </p:cNvSpPr>
          <p:nvPr/>
        </p:nvSpPr>
        <p:spPr bwMode="auto">
          <a:xfrm>
            <a:off x="4628775" y="2952581"/>
            <a:ext cx="4479365" cy="277287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 name="AutoShape 8">
            <a:extLst>
              <a:ext uri="{FF2B5EF4-FFF2-40B4-BE49-F238E27FC236}">
                <a16:creationId xmlns:a16="http://schemas.microsoft.com/office/drawing/2014/main" id="{DC6E1D36-5145-437B-BDCA-019214683C2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7" name="图片 6">
            <a:extLst>
              <a:ext uri="{FF2B5EF4-FFF2-40B4-BE49-F238E27FC236}">
                <a16:creationId xmlns:a16="http://schemas.microsoft.com/office/drawing/2014/main" id="{4DD28DFD-F9D0-4379-BE3F-0E84FBD12A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6988" y="2510119"/>
            <a:ext cx="11935012" cy="4446494"/>
          </a:xfrm>
          <a:prstGeom prst="rect">
            <a:avLst/>
          </a:prstGeom>
        </p:spPr>
      </p:pic>
      <p:sp>
        <p:nvSpPr>
          <p:cNvPr id="8" name="文本框 7">
            <a:extLst>
              <a:ext uri="{FF2B5EF4-FFF2-40B4-BE49-F238E27FC236}">
                <a16:creationId xmlns:a16="http://schemas.microsoft.com/office/drawing/2014/main" id="{8173BA8A-6A05-4FD7-9871-B117BB9513D7}"/>
              </a:ext>
            </a:extLst>
          </p:cNvPr>
          <p:cNvSpPr txBox="1"/>
          <p:nvPr/>
        </p:nvSpPr>
        <p:spPr>
          <a:xfrm>
            <a:off x="1059543" y="449944"/>
            <a:ext cx="4776309" cy="707886"/>
          </a:xfrm>
          <a:prstGeom prst="rect">
            <a:avLst/>
          </a:prstGeom>
          <a:noFill/>
        </p:spPr>
        <p:txBody>
          <a:bodyPr wrap="square" rtlCol="0">
            <a:spAutoFit/>
          </a:bodyPr>
          <a:lstStyle/>
          <a:p>
            <a:pPr algn="dist"/>
            <a:r>
              <a:rPr lang="zh-CN" altLang="en-US" sz="4000" dirty="0">
                <a:solidFill>
                  <a:schemeClr val="bg1"/>
                </a:solidFill>
                <a:latin typeface="方正正大黑简体" panose="02010600010101010101" pitchFamily="2" charset="-122"/>
                <a:ea typeface="方正正大黑简体" panose="02010600010101010101" pitchFamily="2" charset="-122"/>
              </a:rPr>
              <a:t>到底有多少烈士？</a:t>
            </a:r>
          </a:p>
        </p:txBody>
      </p:sp>
    </p:spTree>
    <p:extLst>
      <p:ext uri="{BB962C8B-B14F-4D97-AF65-F5344CB8AC3E}">
        <p14:creationId xmlns:p14="http://schemas.microsoft.com/office/powerpoint/2010/main" val="36483839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4266CB-AC0E-4FE2-B681-C16E1EDBE908}"/>
              </a:ext>
            </a:extLst>
          </p:cNvPr>
          <p:cNvSpPr>
            <a:spLocks noGrp="1"/>
          </p:cNvSpPr>
          <p:nvPr>
            <p:ph type="title"/>
          </p:nvPr>
        </p:nvSpPr>
        <p:spPr/>
        <p:txBody>
          <a:bodyPr/>
          <a:lstStyle/>
          <a:p>
            <a:r>
              <a:rPr lang="en-US" altLang="zh-CN" dirty="0"/>
              <a:t>1.</a:t>
            </a:r>
            <a:r>
              <a:rPr lang="zh-CN" altLang="en-US" dirty="0"/>
              <a:t>陈列总管</a:t>
            </a:r>
          </a:p>
        </p:txBody>
      </p:sp>
      <p:pic>
        <p:nvPicPr>
          <p:cNvPr id="1026" name="Picture 2">
            <a:extLst>
              <a:ext uri="{FF2B5EF4-FFF2-40B4-BE49-F238E27FC236}">
                <a16:creationId xmlns:a16="http://schemas.microsoft.com/office/drawing/2014/main" id="{8596A24F-3975-4CAA-A392-1B5B0EA888D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28571" y="1534416"/>
            <a:ext cx="6723853" cy="4351338"/>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6CD72FC9-D4AC-4ADB-AB6A-38433DBB5DCB}"/>
              </a:ext>
            </a:extLst>
          </p:cNvPr>
          <p:cNvSpPr txBox="1"/>
          <p:nvPr/>
        </p:nvSpPr>
        <p:spPr>
          <a:xfrm>
            <a:off x="7950038" y="1595832"/>
            <a:ext cx="3669249" cy="2862322"/>
          </a:xfrm>
          <a:prstGeom prst="rect">
            <a:avLst/>
          </a:prstGeom>
          <a:noFill/>
        </p:spPr>
        <p:txBody>
          <a:bodyPr wrap="square" rtlCol="0">
            <a:spAutoFit/>
          </a:bodyPr>
          <a:lstStyle/>
          <a:p>
            <a:r>
              <a:rPr lang="zh-CN" altLang="en-US" dirty="0"/>
              <a:t>基本陈列为“中美合作所”集中营史实展，以</a:t>
            </a:r>
            <a:r>
              <a:rPr lang="en-US" altLang="zh-CN" dirty="0"/>
              <a:t>490</a:t>
            </a:r>
            <a:r>
              <a:rPr lang="zh-CN" altLang="en-US" dirty="0"/>
              <a:t>张图片、</a:t>
            </a:r>
            <a:r>
              <a:rPr lang="en-US" altLang="zh-CN" dirty="0"/>
              <a:t>108</a:t>
            </a:r>
            <a:r>
              <a:rPr lang="zh-CN" altLang="en-US" dirty="0"/>
              <a:t>件实物和“一一、二七”大屠杀半景画，详细披露了国民党</a:t>
            </a:r>
            <a:r>
              <a:rPr lang="zh-CN" altLang="en-US" dirty="0">
                <a:hlinkClick r:id="rId3"/>
              </a:rPr>
              <a:t>军统</a:t>
            </a:r>
            <a:r>
              <a:rPr lang="zh-CN" altLang="en-US" dirty="0"/>
              <a:t>集中营和中美特种技术合作所黑</a:t>
            </a:r>
          </a:p>
          <a:p>
            <a:r>
              <a:rPr lang="zh-CN" altLang="en-US" dirty="0"/>
              <a:t>暗凶残的内幕，生动翔实地介绍了</a:t>
            </a:r>
            <a:r>
              <a:rPr lang="zh-CN" altLang="en-US" dirty="0">
                <a:hlinkClick r:id="rId4"/>
              </a:rPr>
              <a:t>杨虎城</a:t>
            </a:r>
            <a:r>
              <a:rPr lang="zh-CN" altLang="en-US" dirty="0"/>
              <a:t>、</a:t>
            </a:r>
            <a:r>
              <a:rPr lang="zh-CN" altLang="en-US" dirty="0">
                <a:hlinkClick r:id="rId5"/>
              </a:rPr>
              <a:t>叶挺</a:t>
            </a:r>
            <a:r>
              <a:rPr lang="zh-CN" altLang="en-US" dirty="0"/>
              <a:t>、</a:t>
            </a:r>
            <a:r>
              <a:rPr lang="zh-CN" altLang="en-US" dirty="0">
                <a:hlinkClick r:id="rId6"/>
              </a:rPr>
              <a:t>江竹筠</a:t>
            </a:r>
            <a:r>
              <a:rPr lang="zh-CN" altLang="en-US" dirty="0"/>
              <a:t>、</a:t>
            </a:r>
            <a:r>
              <a:rPr lang="zh-CN" altLang="en-US" dirty="0">
                <a:hlinkClick r:id="rId7"/>
              </a:rPr>
              <a:t>罗世文</a:t>
            </a:r>
            <a:r>
              <a:rPr lang="zh-CN" altLang="en-US" dirty="0"/>
              <a:t>、</a:t>
            </a:r>
            <a:r>
              <a:rPr lang="zh-CN" altLang="en-US" dirty="0">
                <a:hlinkClick r:id="rId8"/>
              </a:rPr>
              <a:t>车耀先</a:t>
            </a:r>
            <a:r>
              <a:rPr lang="zh-CN" altLang="en-US" dirty="0"/>
              <a:t>等革命先烈为新中国的建立前仆后继，英勇不屈的斗争事迹。</a:t>
            </a:r>
          </a:p>
          <a:p>
            <a:endParaRPr lang="zh-CN" altLang="en-US" dirty="0"/>
          </a:p>
        </p:txBody>
      </p:sp>
      <p:pic>
        <p:nvPicPr>
          <p:cNvPr id="7" name="图片 6">
            <a:extLst>
              <a:ext uri="{FF2B5EF4-FFF2-40B4-BE49-F238E27FC236}">
                <a16:creationId xmlns:a16="http://schemas.microsoft.com/office/drawing/2014/main" id="{928A8700-0AA1-4D38-89D5-31F758521E9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799294" y="4274998"/>
            <a:ext cx="3992281" cy="2297726"/>
          </a:xfrm>
          <a:prstGeom prst="rect">
            <a:avLst/>
          </a:prstGeom>
        </p:spPr>
      </p:pic>
    </p:spTree>
    <p:extLst>
      <p:ext uri="{BB962C8B-B14F-4D97-AF65-F5344CB8AC3E}">
        <p14:creationId xmlns:p14="http://schemas.microsoft.com/office/powerpoint/2010/main" val="42329517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1A698D-C3F9-4D2C-81A8-36FDADD46018}"/>
              </a:ext>
            </a:extLst>
          </p:cNvPr>
          <p:cNvSpPr>
            <a:spLocks noGrp="1"/>
          </p:cNvSpPr>
          <p:nvPr>
            <p:ph type="title"/>
          </p:nvPr>
        </p:nvSpPr>
        <p:spPr/>
        <p:txBody>
          <a:bodyPr/>
          <a:lstStyle/>
          <a:p>
            <a:r>
              <a:rPr lang="en-US" altLang="zh-CN" dirty="0"/>
              <a:t>2.</a:t>
            </a:r>
            <a:r>
              <a:rPr lang="zh-CN" altLang="en-US" dirty="0"/>
              <a:t>白公馆</a:t>
            </a:r>
          </a:p>
        </p:txBody>
      </p:sp>
      <p:pic>
        <p:nvPicPr>
          <p:cNvPr id="2050" name="Picture 2">
            <a:extLst>
              <a:ext uri="{FF2B5EF4-FFF2-40B4-BE49-F238E27FC236}">
                <a16:creationId xmlns:a16="http://schemas.microsoft.com/office/drawing/2014/main" id="{734F19DF-7205-4676-AAD2-394955B6F23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63186" y="1618830"/>
            <a:ext cx="6350000" cy="4566473"/>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a:extLst>
              <a:ext uri="{FF2B5EF4-FFF2-40B4-BE49-F238E27FC236}">
                <a16:creationId xmlns:a16="http://schemas.microsoft.com/office/drawing/2014/main" id="{A78F89D6-CA05-4829-B5B6-416E74BC3E3C}"/>
              </a:ext>
            </a:extLst>
          </p:cNvPr>
          <p:cNvSpPr/>
          <p:nvPr/>
        </p:nvSpPr>
        <p:spPr>
          <a:xfrm>
            <a:off x="6813186" y="1317709"/>
            <a:ext cx="5245095" cy="5078313"/>
          </a:xfrm>
          <a:prstGeom prst="rect">
            <a:avLst/>
          </a:prstGeom>
        </p:spPr>
        <p:txBody>
          <a:bodyPr wrap="square">
            <a:spAutoFit/>
          </a:bodyPr>
          <a:lstStyle/>
          <a:p>
            <a:r>
              <a:rPr lang="zh-CN" altLang="en-US" dirty="0"/>
              <a:t>原是四川军阀</a:t>
            </a:r>
            <a:r>
              <a:rPr lang="zh-CN" altLang="en-US" dirty="0">
                <a:hlinkClick r:id="rId3"/>
              </a:rPr>
              <a:t>白驹</a:t>
            </a:r>
            <a:r>
              <a:rPr lang="zh-CN" altLang="en-US" dirty="0"/>
              <a:t>在重庆沙坪坝郊区的别墅，</a:t>
            </a:r>
            <a:r>
              <a:rPr lang="en-US" altLang="zh-CN" dirty="0"/>
              <a:t>20</a:t>
            </a:r>
            <a:r>
              <a:rPr lang="zh-CN" altLang="en-US" dirty="0"/>
              <a:t>世纪</a:t>
            </a:r>
            <a:r>
              <a:rPr lang="en-US" altLang="zh-CN" dirty="0"/>
              <a:t>30</a:t>
            </a:r>
            <a:r>
              <a:rPr lang="zh-CN" altLang="en-US" dirty="0"/>
              <a:t>年代，他为了养小妾而修建。</a:t>
            </a:r>
            <a:r>
              <a:rPr lang="en-US" altLang="zh-CN" dirty="0"/>
              <a:t>1938</a:t>
            </a:r>
            <a:r>
              <a:rPr lang="zh-CN" altLang="en-US" dirty="0"/>
              <a:t>年，军统</a:t>
            </a:r>
            <a:br>
              <a:rPr lang="zh-CN" altLang="en-US" dirty="0"/>
            </a:br>
            <a:r>
              <a:rPr lang="zh-CN" altLang="en-US" dirty="0">
                <a:solidFill>
                  <a:srgbClr val="333333"/>
                </a:solidFill>
                <a:latin typeface="arial" panose="020B0604020202020204" pitchFamily="34" charset="0"/>
              </a:rPr>
              <a:t>局用</a:t>
            </a:r>
            <a:r>
              <a:rPr lang="en-US" altLang="zh-CN" dirty="0">
                <a:solidFill>
                  <a:srgbClr val="333333"/>
                </a:solidFill>
                <a:latin typeface="arial" panose="020B0604020202020204" pitchFamily="34" charset="0"/>
              </a:rPr>
              <a:t>30</a:t>
            </a:r>
            <a:r>
              <a:rPr lang="zh-CN" altLang="en-US" dirty="0">
                <a:solidFill>
                  <a:srgbClr val="333333"/>
                </a:solidFill>
                <a:latin typeface="arial" panose="020B0604020202020204" pitchFamily="34" charset="0"/>
              </a:rPr>
              <a:t>两黄金将其买下。</a:t>
            </a:r>
            <a:r>
              <a:rPr lang="en-US" altLang="zh-CN" dirty="0">
                <a:solidFill>
                  <a:srgbClr val="333333"/>
                </a:solidFill>
                <a:latin typeface="arial" panose="020B0604020202020204" pitchFamily="34" charset="0"/>
              </a:rPr>
              <a:t>1939</a:t>
            </a:r>
            <a:r>
              <a:rPr lang="zh-CN" altLang="en-US" dirty="0">
                <a:solidFill>
                  <a:srgbClr val="333333"/>
                </a:solidFill>
                <a:latin typeface="arial" panose="020B0604020202020204" pitchFamily="34" charset="0"/>
              </a:rPr>
              <a:t>年军统将其改为军统局本部直属看守所，称军统重庆看守所，主要关押国民党政府认为级别较高的政治犯。 </a:t>
            </a:r>
            <a:r>
              <a:rPr lang="en-US" altLang="zh-CN" dirty="0">
                <a:solidFill>
                  <a:srgbClr val="333333"/>
                </a:solidFill>
                <a:latin typeface="arial" panose="020B0604020202020204" pitchFamily="34" charset="0"/>
              </a:rPr>
              <a:t>1943</a:t>
            </a:r>
            <a:r>
              <a:rPr lang="zh-CN" altLang="en-US" dirty="0">
                <a:solidFill>
                  <a:srgbClr val="333333"/>
                </a:solidFill>
                <a:latin typeface="arial" panose="020B0604020202020204" pitchFamily="34" charset="0"/>
              </a:rPr>
              <a:t>年中美合作所成立后，白公馆内犯人被迁移至渣滓洞。</a:t>
            </a:r>
            <a:r>
              <a:rPr lang="zh-CN" altLang="en-US" dirty="0">
                <a:solidFill>
                  <a:srgbClr val="136EC2"/>
                </a:solidFill>
                <a:latin typeface="arial" panose="020B0604020202020204" pitchFamily="34" charset="0"/>
                <a:hlinkClick r:id="rId4"/>
              </a:rPr>
              <a:t>白公馆</a:t>
            </a:r>
            <a:r>
              <a:rPr lang="zh-CN" altLang="en-US" dirty="0">
                <a:solidFill>
                  <a:srgbClr val="333333"/>
                </a:solidFill>
                <a:latin typeface="arial" panose="020B0604020202020204" pitchFamily="34" charset="0"/>
              </a:rPr>
              <a:t>改名为中美合作所第三招待所，供美方人员居住。第二次世界大战结束后，中美合作所撤销，美方人员回国，白公馆才又恢复为看守所。并且军统将西南的军统集中营，</a:t>
            </a:r>
            <a:r>
              <a:rPr lang="zh-CN" altLang="en-US" dirty="0">
                <a:solidFill>
                  <a:srgbClr val="136EC2"/>
                </a:solidFill>
                <a:latin typeface="arial" panose="020B0604020202020204" pitchFamily="34" charset="0"/>
                <a:hlinkClick r:id="rId5"/>
              </a:rPr>
              <a:t>息烽</a:t>
            </a:r>
            <a:r>
              <a:rPr lang="zh-CN" altLang="en-US" dirty="0">
                <a:solidFill>
                  <a:srgbClr val="333333"/>
                </a:solidFill>
                <a:latin typeface="arial" panose="020B0604020202020204" pitchFamily="34" charset="0"/>
              </a:rPr>
              <a:t>监狱、望龙门看守所、渣滓洞看守所合并，成立了白公馆看守所，后称国防部保密局看守所。</a:t>
            </a:r>
          </a:p>
          <a:p>
            <a:r>
              <a:rPr lang="zh-CN" altLang="en-US" dirty="0">
                <a:solidFill>
                  <a:srgbClr val="333333"/>
                </a:solidFill>
                <a:latin typeface="arial" panose="020B0604020202020204" pitchFamily="34" charset="0"/>
              </a:rPr>
              <a:t>白公馆院内的墙上写了“进思进忠、退思补过”、“正其宜不计其利，明其道不计其功”等标语。原地下贮藏室改为地牢，原防空洞改为刑讯室，住房改为牢房。白公馆曾关押过黄显声、同济大学校长</a:t>
            </a:r>
            <a:r>
              <a:rPr lang="zh-CN" altLang="en-US" dirty="0">
                <a:solidFill>
                  <a:srgbClr val="136EC2"/>
                </a:solidFill>
                <a:latin typeface="arial" panose="020B0604020202020204" pitchFamily="34" charset="0"/>
                <a:hlinkClick r:id="rId6"/>
              </a:rPr>
              <a:t>周均时</a:t>
            </a:r>
            <a:r>
              <a:rPr lang="zh-CN" altLang="en-US" dirty="0">
                <a:solidFill>
                  <a:srgbClr val="333333"/>
                </a:solidFill>
                <a:latin typeface="arial" panose="020B0604020202020204" pitchFamily="34" charset="0"/>
              </a:rPr>
              <a:t>、廖承志、中共党员宋绮云、徐林侠夫妇及幼子“小萝卜头”等，关押的政治犯最多时达二百多人。</a:t>
            </a:r>
            <a:endParaRPr lang="zh-CN" altLang="en-US" b="0" i="0" dirty="0">
              <a:solidFill>
                <a:srgbClr val="333333"/>
              </a:solidFill>
              <a:effectLst/>
              <a:latin typeface="arial" panose="020B0604020202020204" pitchFamily="34" charset="0"/>
            </a:endParaRPr>
          </a:p>
        </p:txBody>
      </p:sp>
    </p:spTree>
    <p:extLst>
      <p:ext uri="{BB962C8B-B14F-4D97-AF65-F5344CB8AC3E}">
        <p14:creationId xmlns:p14="http://schemas.microsoft.com/office/powerpoint/2010/main" val="2629158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DCB3AF-561C-41C9-8229-AAEEDC765F26}"/>
              </a:ext>
            </a:extLst>
          </p:cNvPr>
          <p:cNvSpPr>
            <a:spLocks noGrp="1"/>
          </p:cNvSpPr>
          <p:nvPr>
            <p:ph type="title"/>
          </p:nvPr>
        </p:nvSpPr>
        <p:spPr/>
        <p:txBody>
          <a:bodyPr/>
          <a:lstStyle/>
          <a:p>
            <a:r>
              <a:rPr lang="en-US" altLang="zh-CN" dirty="0"/>
              <a:t>3.</a:t>
            </a:r>
            <a:r>
              <a:rPr lang="zh-CN" altLang="en-US" dirty="0"/>
              <a:t>小萝卜头（宋振中）</a:t>
            </a:r>
          </a:p>
        </p:txBody>
      </p:sp>
      <p:pic>
        <p:nvPicPr>
          <p:cNvPr id="3074" name="Picture 2">
            <a:extLst>
              <a:ext uri="{FF2B5EF4-FFF2-40B4-BE49-F238E27FC236}">
                <a16:creationId xmlns:a16="http://schemas.microsoft.com/office/drawing/2014/main" id="{21A01D27-CD31-4CBC-B10F-23D714DBCD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1094" y="1488660"/>
            <a:ext cx="3810000" cy="427672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4C12D2B-BA91-4869-86B3-245861C6A484}"/>
              </a:ext>
            </a:extLst>
          </p:cNvPr>
          <p:cNvSpPr>
            <a:spLocks noChangeArrowheads="1"/>
          </p:cNvSpPr>
          <p:nvPr/>
        </p:nvSpPr>
        <p:spPr bwMode="auto">
          <a:xfrm>
            <a:off x="4950060" y="1765658"/>
            <a:ext cx="6605873" cy="31393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13335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13335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333333"/>
                </a:solidFill>
                <a:effectLst/>
                <a:latin typeface="Arial" panose="020B0604020202020204" pitchFamily="34" charset="0"/>
                <a:cs typeface="Arial" panose="020B0604020202020204" pitchFamily="34" charset="0"/>
              </a:rPr>
              <a:t>许多人从电影《烈火中永生》里认识了一个可爱又坚强的革命小战士－－小萝卜头（原名</a:t>
            </a:r>
            <a:r>
              <a:rPr kumimoji="0" lang="zh-CN" altLang="zh-CN" b="0" i="0" u="none" strike="noStrike" cap="none" normalizeH="0" baseline="0" dirty="0">
                <a:ln>
                  <a:noFill/>
                </a:ln>
                <a:solidFill>
                  <a:srgbClr val="136EC2"/>
                </a:solidFill>
                <a:effectLst/>
                <a:latin typeface="Arial" panose="020B0604020202020204" pitchFamily="34" charset="0"/>
                <a:cs typeface="Arial" panose="020B0604020202020204" pitchFamily="34" charset="0"/>
                <a:hlinkClick r:id="rId3"/>
              </a:rPr>
              <a:t>宋振中</a:t>
            </a:r>
            <a:r>
              <a:rPr kumimoji="0" lang="zh-CN" altLang="zh-CN" b="0" i="0" u="none" strike="noStrike" cap="none" normalizeH="0" baseline="0" dirty="0">
                <a:ln>
                  <a:noFill/>
                </a:ln>
                <a:solidFill>
                  <a:srgbClr val="333333"/>
                </a:solidFill>
                <a:effectLst/>
                <a:latin typeface="Arial" panose="020B0604020202020204" pitchFamily="34" charset="0"/>
                <a:cs typeface="Arial" panose="020B0604020202020204" pitchFamily="34" charset="0"/>
              </a:rPr>
              <a:t>）。在狱中异常艰苦的条件下，他努力学习科学文化知识，他的黄泥粉笔和用草纸订成的作业本，引起无数参观者在此驻足沉思：今天的儿童生活得多么</a:t>
            </a:r>
            <a:r>
              <a:rPr kumimoji="0" lang="zh-CN" altLang="en-US" b="0" i="0" u="none" strike="noStrike" cap="none" normalizeH="0" baseline="0" dirty="0">
                <a:ln>
                  <a:noFill/>
                </a:ln>
                <a:solidFill>
                  <a:srgbClr val="333333"/>
                </a:solidFill>
                <a:effectLst/>
                <a:latin typeface="Arial" panose="020B0604020202020204" pitchFamily="34" charset="0"/>
                <a:cs typeface="Arial" panose="020B0604020202020204" pitchFamily="34" charset="0"/>
              </a:rPr>
              <a:t>幸福</a:t>
            </a:r>
            <a:r>
              <a:rPr kumimoji="0" lang="zh-CN" altLang="zh-CN" b="0" i="0" u="none" strike="noStrike" cap="none" normalizeH="0" baseline="0" dirty="0">
                <a:ln>
                  <a:noFill/>
                </a:ln>
                <a:solidFill>
                  <a:srgbClr val="333333"/>
                </a:solidFill>
                <a:effectLst/>
                <a:latin typeface="Arial" panose="020B0604020202020204" pitchFamily="34" charset="0"/>
                <a:cs typeface="Arial" panose="020B0604020202020204" pitchFamily="34" charset="0"/>
              </a:rPr>
              <a:t>，能够坐在宽敞明亮的教室，学习文化知识。而这一切，是无数革命先烈用血、用生命换来的，我们怎能不珍惜美好幸福的今天呢？当年，</a:t>
            </a:r>
            <a:r>
              <a:rPr kumimoji="0" lang="zh-CN" altLang="zh-CN" b="0" i="0" u="none" strike="noStrike" cap="none" normalizeH="0" baseline="0" dirty="0">
                <a:ln>
                  <a:noFill/>
                </a:ln>
                <a:solidFill>
                  <a:srgbClr val="136EC2"/>
                </a:solidFill>
                <a:effectLst/>
                <a:latin typeface="Arial" panose="020B0604020202020204" pitchFamily="34" charset="0"/>
                <a:cs typeface="Arial" panose="020B0604020202020204" pitchFamily="34" charset="0"/>
                <a:hlinkClick r:id="rId4"/>
              </a:rPr>
              <a:t>小萝卜头</a:t>
            </a:r>
            <a:r>
              <a:rPr kumimoji="0" lang="zh-CN" altLang="zh-CN" b="0" i="0" u="none" strike="noStrike" cap="none" normalizeH="0" baseline="0" dirty="0">
                <a:ln>
                  <a:noFill/>
                </a:ln>
                <a:solidFill>
                  <a:srgbClr val="333333"/>
                </a:solidFill>
                <a:effectLst/>
                <a:latin typeface="Arial" panose="020B0604020202020204" pitchFamily="34" charset="0"/>
                <a:cs typeface="Arial" panose="020B0604020202020204" pitchFamily="34" charset="0"/>
              </a:rPr>
              <a:t>和他的父母</a:t>
            </a:r>
            <a:r>
              <a:rPr kumimoji="0" lang="zh-CN" altLang="zh-CN" b="0" i="0" u="none" strike="noStrike" cap="none" normalizeH="0" baseline="0" dirty="0">
                <a:ln>
                  <a:noFill/>
                </a:ln>
                <a:solidFill>
                  <a:srgbClr val="136EC2"/>
                </a:solidFill>
                <a:effectLst/>
                <a:latin typeface="Arial" panose="020B0604020202020204" pitchFamily="34" charset="0"/>
                <a:cs typeface="Arial" panose="020B0604020202020204" pitchFamily="34" charset="0"/>
                <a:hlinkClick r:id="rId5"/>
              </a:rPr>
              <a:t>徐林侠</a:t>
            </a:r>
            <a:r>
              <a:rPr kumimoji="0" lang="zh-CN" altLang="zh-CN" b="0" i="0" u="none" strike="noStrike" cap="none" normalizeH="0" baseline="0" dirty="0">
                <a:ln>
                  <a:noFill/>
                </a:ln>
                <a:solidFill>
                  <a:srgbClr val="333333"/>
                </a:solidFill>
                <a:effectLst/>
                <a:latin typeface="Arial" panose="020B0604020202020204" pitchFamily="34" charset="0"/>
                <a:cs typeface="Arial" panose="020B0604020202020204" pitchFamily="34" charset="0"/>
              </a:rPr>
              <a:t>夫妇、黄显声将军、</a:t>
            </a:r>
            <a:r>
              <a:rPr kumimoji="0" lang="zh-CN" altLang="zh-CN" b="0" i="0" u="none" strike="noStrike" cap="none" normalizeH="0" baseline="0" dirty="0">
                <a:ln>
                  <a:noFill/>
                </a:ln>
                <a:solidFill>
                  <a:srgbClr val="136EC2"/>
                </a:solidFill>
                <a:effectLst/>
                <a:latin typeface="Arial" panose="020B0604020202020204" pitchFamily="34" charset="0"/>
                <a:cs typeface="Arial" panose="020B0604020202020204" pitchFamily="34" charset="0"/>
                <a:hlinkClick r:id="rId6"/>
              </a:rPr>
              <a:t>陈然</a:t>
            </a:r>
            <a:r>
              <a:rPr kumimoji="0" lang="zh-CN" altLang="zh-CN" b="0" i="0" u="none" strike="noStrike" cap="none" normalizeH="0" baseline="0" dirty="0">
                <a:ln>
                  <a:noFill/>
                </a:ln>
                <a:solidFill>
                  <a:srgbClr val="333333"/>
                </a:solidFill>
                <a:effectLst/>
                <a:latin typeface="Arial" panose="020B0604020202020204" pitchFamily="34" charset="0"/>
                <a:cs typeface="Arial" panose="020B0604020202020204" pitchFamily="34" charset="0"/>
              </a:rPr>
              <a:t>等革命烈士就是被关押在白公馆监狱。先烈们在狱中进行不屈不挠的斗争，留下了许多可歌可泣的故事。</a:t>
            </a:r>
            <a:r>
              <a:rPr kumimoji="0" lang="zh-CN" altLang="zh-CN" b="0" i="0" u="none" strike="noStrike" cap="none" normalizeH="0" baseline="0" dirty="0">
                <a:ln>
                  <a:noFill/>
                </a:ln>
                <a:solidFill>
                  <a:srgbClr val="136EC2"/>
                </a:solidFill>
                <a:effectLst/>
                <a:latin typeface="Arial" panose="020B0604020202020204" pitchFamily="34" charset="0"/>
                <a:cs typeface="Arial" panose="020B0604020202020204" pitchFamily="34" charset="0"/>
                <a:hlinkClick r:id="rId7"/>
              </a:rPr>
              <a:t>周从化</a:t>
            </a:r>
            <a:r>
              <a:rPr kumimoji="0" lang="zh-CN" altLang="zh-CN" b="0" i="0" u="none" strike="noStrike" cap="none" normalizeH="0" baseline="0" dirty="0">
                <a:ln>
                  <a:noFill/>
                </a:ln>
                <a:solidFill>
                  <a:srgbClr val="333333"/>
                </a:solidFill>
                <a:effectLst/>
                <a:latin typeface="Arial" panose="020B0604020202020204" pitchFamily="34" charset="0"/>
                <a:cs typeface="Arial" panose="020B0604020202020204" pitchFamily="34" charset="0"/>
              </a:rPr>
              <a:t>烈士临刑刻在牢房内的诗句“失败膏黄土，成功济苍生”，表现了他在惨无人道的折磨下仍然保持了对革命事业的坚定信念和对党的无比忠诚。</a:t>
            </a:r>
            <a:r>
              <a:rPr kumimoji="0" lang="zh-CN" altLang="zh-CN" b="0" i="0" u="none" strike="noStrike" cap="none" normalizeH="0" baseline="0" dirty="0">
                <a:ln>
                  <a:noFill/>
                </a:ln>
                <a:solidFill>
                  <a:schemeClr val="tx1"/>
                </a:solidFill>
                <a:effectLst/>
              </a:rPr>
              <a:t> </a:t>
            </a:r>
            <a:endParaRPr kumimoji="0" lang="zh-CN" altLang="zh-CN"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547316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53801C-B5E0-46B1-913E-B05536495265}"/>
              </a:ext>
            </a:extLst>
          </p:cNvPr>
          <p:cNvSpPr>
            <a:spLocks noGrp="1"/>
          </p:cNvSpPr>
          <p:nvPr>
            <p:ph type="title"/>
          </p:nvPr>
        </p:nvSpPr>
        <p:spPr/>
        <p:txBody>
          <a:bodyPr/>
          <a:lstStyle/>
          <a:p>
            <a:r>
              <a:rPr lang="en-US" altLang="zh-CN" dirty="0"/>
              <a:t>4.</a:t>
            </a:r>
            <a:r>
              <a:rPr lang="zh-CN" altLang="en-US" dirty="0"/>
              <a:t>渣滓洞</a:t>
            </a:r>
          </a:p>
        </p:txBody>
      </p:sp>
      <p:sp>
        <p:nvSpPr>
          <p:cNvPr id="5" name="Rectangle 3">
            <a:extLst>
              <a:ext uri="{FF2B5EF4-FFF2-40B4-BE49-F238E27FC236}">
                <a16:creationId xmlns:a16="http://schemas.microsoft.com/office/drawing/2014/main" id="{038437B1-DBDB-4571-841B-D5C6CA372F4A}"/>
              </a:ext>
            </a:extLst>
          </p:cNvPr>
          <p:cNvSpPr>
            <a:spLocks noChangeArrowheads="1"/>
          </p:cNvSpPr>
          <p:nvPr/>
        </p:nvSpPr>
        <p:spPr bwMode="auto">
          <a:xfrm>
            <a:off x="5844988" y="673145"/>
            <a:ext cx="6049042" cy="230832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13335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13335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333333"/>
                </a:solidFill>
                <a:effectLst/>
                <a:latin typeface="Arial" panose="020B0604020202020204" pitchFamily="34" charset="0"/>
                <a:cs typeface="Arial" panose="020B0604020202020204" pitchFamily="34" charset="0"/>
              </a:rPr>
              <a:t>渣滓洞，位于重庆市郊歌乐山下</a:t>
            </a:r>
            <a:r>
              <a:rPr kumimoji="0" lang="zh-CN" altLang="zh-CN" b="0" i="0" u="none" strike="noStrike" cap="none" normalizeH="0" baseline="0" dirty="0">
                <a:ln>
                  <a:noFill/>
                </a:ln>
                <a:solidFill>
                  <a:srgbClr val="136EC2"/>
                </a:solidFill>
                <a:effectLst/>
                <a:latin typeface="Arial" panose="020B0604020202020204" pitchFamily="34" charset="0"/>
                <a:cs typeface="Arial" panose="020B0604020202020204" pitchFamily="34" charset="0"/>
                <a:hlinkClick r:id="rId2"/>
              </a:rPr>
              <a:t>磁器口</a:t>
            </a:r>
            <a:r>
              <a:rPr kumimoji="0" lang="zh-CN" altLang="zh-CN" b="0" i="0" u="none" strike="noStrike" cap="none" normalizeH="0" baseline="0" dirty="0">
                <a:ln>
                  <a:noFill/>
                </a:ln>
                <a:solidFill>
                  <a:srgbClr val="333333"/>
                </a:solidFill>
                <a:effectLst/>
                <a:latin typeface="Arial" panose="020B0604020202020204" pitchFamily="34" charset="0"/>
                <a:cs typeface="Arial" panose="020B0604020202020204" pitchFamily="34" charset="0"/>
              </a:rPr>
              <a:t>、五灵观一带，它三面环山，一面临沟，地形隐蔽。1938年起，这里被国民党特务机关改造成秘密监狱，专门用来关押和迫害革命者，许多可歌可泣、英勇悲壮的事迹便发生在此。渣滓洞分内、外两院，内院有一楼一底的男牢16间，另有两间平房作女牢，外院为特务办公室和刑讯室。解放前夕，国民党特务纵火焚烧了</a:t>
            </a:r>
            <a:r>
              <a:rPr kumimoji="0" lang="zh-CN" altLang="zh-CN" b="0" i="0" u="none" strike="noStrike" cap="none" normalizeH="0" baseline="0" dirty="0">
                <a:ln>
                  <a:noFill/>
                </a:ln>
                <a:solidFill>
                  <a:srgbClr val="136EC2"/>
                </a:solidFill>
                <a:effectLst/>
                <a:latin typeface="Arial" panose="020B0604020202020204" pitchFamily="34" charset="0"/>
                <a:cs typeface="Arial" panose="020B0604020202020204" pitchFamily="34" charset="0"/>
                <a:hlinkClick r:id="rId3"/>
              </a:rPr>
              <a:t>渣滓洞</a:t>
            </a:r>
            <a:r>
              <a:rPr kumimoji="0" lang="zh-CN" altLang="zh-CN" b="0" i="0" u="none" strike="noStrike" cap="none" normalizeH="0" baseline="0" dirty="0">
                <a:ln>
                  <a:noFill/>
                </a:ln>
                <a:solidFill>
                  <a:srgbClr val="333333"/>
                </a:solidFill>
                <a:effectLst/>
                <a:latin typeface="Arial" panose="020B0604020202020204" pitchFamily="34" charset="0"/>
                <a:cs typeface="Arial" panose="020B0604020202020204" pitchFamily="34" charset="0"/>
              </a:rPr>
              <a:t>，仅逃出15位被囚禁的革命者，</a:t>
            </a:r>
          </a:p>
          <a:p>
            <a:pPr marL="0" marR="0" lvl="0" indent="13335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333333"/>
                </a:solidFill>
                <a:effectLst/>
                <a:latin typeface="Arial" panose="020B0604020202020204" pitchFamily="34" charset="0"/>
                <a:cs typeface="Arial" panose="020B0604020202020204" pitchFamily="34" charset="0"/>
              </a:rPr>
              <a:t>其余皆不幸牺牲。</a:t>
            </a:r>
            <a:r>
              <a:rPr kumimoji="0" lang="zh-CN" altLang="zh-CN" b="0" i="0" u="none" strike="noStrike" cap="none" normalizeH="0" baseline="0" dirty="0">
                <a:ln>
                  <a:noFill/>
                </a:ln>
                <a:solidFill>
                  <a:schemeClr val="tx1"/>
                </a:solidFill>
                <a:effectLst/>
              </a:rPr>
              <a:t> </a:t>
            </a:r>
            <a:endParaRPr kumimoji="0" lang="zh-CN" altLang="zh-CN" b="0" i="0" u="none" strike="noStrike" cap="none" normalizeH="0" baseline="0" dirty="0">
              <a:ln>
                <a:noFill/>
              </a:ln>
              <a:solidFill>
                <a:schemeClr val="tx1"/>
              </a:solidFill>
              <a:effectLst/>
              <a:latin typeface="Arial" panose="020B0604020202020204" pitchFamily="34" charset="0"/>
            </a:endParaRPr>
          </a:p>
        </p:txBody>
      </p:sp>
      <p:pic>
        <p:nvPicPr>
          <p:cNvPr id="4102" name="Picture 6">
            <a:extLst>
              <a:ext uri="{FF2B5EF4-FFF2-40B4-BE49-F238E27FC236}">
                <a16:creationId xmlns:a16="http://schemas.microsoft.com/office/drawing/2014/main" id="{11B7AC7C-49F6-4BD0-B975-97BA5A0D5D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628" y="1592542"/>
            <a:ext cx="5487253" cy="4527364"/>
          </a:xfrm>
          <a:prstGeom prst="rect">
            <a:avLst/>
          </a:prstGeom>
          <a:noFill/>
          <a:extLst>
            <a:ext uri="{909E8E84-426E-40DD-AFC4-6F175D3DCCD1}">
              <a14:hiddenFill xmlns:a14="http://schemas.microsoft.com/office/drawing/2010/main">
                <a:solidFill>
                  <a:srgbClr val="FFFFFF"/>
                </a:solidFill>
              </a14:hiddenFill>
            </a:ext>
          </a:extLst>
        </p:spPr>
      </p:pic>
      <p:pic>
        <p:nvPicPr>
          <p:cNvPr id="4" name="图片 3">
            <a:extLst>
              <a:ext uri="{FF2B5EF4-FFF2-40B4-BE49-F238E27FC236}">
                <a16:creationId xmlns:a16="http://schemas.microsoft.com/office/drawing/2014/main" id="{281BCA0A-08FF-4C32-97B2-5B977E4D0F7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74121" y="2981469"/>
            <a:ext cx="4762500" cy="3571875"/>
          </a:xfrm>
          <a:prstGeom prst="rect">
            <a:avLst/>
          </a:prstGeom>
        </p:spPr>
      </p:pic>
    </p:spTree>
    <p:extLst>
      <p:ext uri="{BB962C8B-B14F-4D97-AF65-F5344CB8AC3E}">
        <p14:creationId xmlns:p14="http://schemas.microsoft.com/office/powerpoint/2010/main" val="173809031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147</TotalTime>
  <Words>878</Words>
  <Application>Microsoft Office PowerPoint</Application>
  <PresentationFormat>宽屏</PresentationFormat>
  <Paragraphs>20</Paragraphs>
  <Slides>7</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7</vt:i4>
      </vt:variant>
    </vt:vector>
  </HeadingPairs>
  <TitlesOfParts>
    <vt:vector size="13" baseType="lpstr">
      <vt:lpstr>等线</vt:lpstr>
      <vt:lpstr>等线 Light</vt:lpstr>
      <vt:lpstr>方正正大黑简体</vt:lpstr>
      <vt:lpstr>Arial</vt:lpstr>
      <vt:lpstr>Arial</vt:lpstr>
      <vt:lpstr>Office 主题​​</vt:lpstr>
      <vt:lpstr>重庆红色旅游</vt:lpstr>
      <vt:lpstr>歌乐山的故事：</vt:lpstr>
      <vt:lpstr>PowerPoint 演示文稿</vt:lpstr>
      <vt:lpstr>1.陈列总管</vt:lpstr>
      <vt:lpstr>2.白公馆</vt:lpstr>
      <vt:lpstr>3.小萝卜头（宋振中）</vt:lpstr>
      <vt:lpstr>4.渣滓洞</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重庆红色旅游</dc:title>
  <dc:creator>卢 成卓</dc:creator>
  <cp:lastModifiedBy>re ol</cp:lastModifiedBy>
  <cp:revision>8</cp:revision>
  <dcterms:created xsi:type="dcterms:W3CDTF">2020-05-12T08:07:33Z</dcterms:created>
  <dcterms:modified xsi:type="dcterms:W3CDTF">2020-05-14T10:35:15Z</dcterms:modified>
</cp:coreProperties>
</file>