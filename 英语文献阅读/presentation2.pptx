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434"/>
    <a:srgbClr val="668BCD"/>
    <a:srgbClr val="98989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81" autoAdjust="0"/>
  </p:normalViewPr>
  <p:slideViewPr>
    <p:cSldViewPr snapToGrid="0">
      <p:cViewPr varScale="1">
        <p:scale>
          <a:sx n="68" d="100"/>
          <a:sy n="68" d="100"/>
        </p:scale>
        <p:origin x="5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EB9EDD-5642-4F6D-8753-A92A5E5A3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3910432-5EF0-49F3-862C-BB682DA900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9C76B3-31B9-4982-AD3C-6C6181922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A20D-5390-4711-B3A8-862AF3E347CA}" type="datetimeFigureOut">
              <a:rPr lang="zh-CN" altLang="en-US" smtClean="0"/>
              <a:t>2020/10/11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A49A07-C9BE-48DA-B44B-1EF32FB5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4A1075-F79F-40EF-8535-C78B4A05E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3EF0-FDB5-4964-9E9F-DCFC587E23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72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03B903-AEA1-4E6B-BAC4-2B49B8074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C45697-9AAC-428F-B461-EFAF1E18D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FEB621-38F0-4417-BC98-06743414D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A20D-5390-4711-B3A8-862AF3E347CA}" type="datetimeFigureOut">
              <a:rPr lang="zh-CN" altLang="en-US" smtClean="0"/>
              <a:t>2020/10/11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C6F438-983E-450B-8771-88308AF27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9BE294-53E3-4BF8-BD75-F9CDD10A5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3EF0-FDB5-4964-9E9F-DCFC587E23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78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1B1E8C-D049-4D63-A6E2-821B37CA2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C4E1E7-5924-4C82-B8F3-0DCA3C8AC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52C194-A00A-41C0-981A-9C64FEBC9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A20D-5390-4711-B3A8-862AF3E347CA}" type="datetimeFigureOut">
              <a:rPr lang="zh-CN" altLang="en-US" smtClean="0"/>
              <a:t>2020/10/11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8A0F94-C008-4621-AF98-16704373B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72AE53-13A1-478B-BE4C-1624B87E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3EF0-FDB5-4964-9E9F-DCFC587E23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859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0772E-1FD2-4411-BC23-763CE5E90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635568-C72B-42F3-B2BA-9F5304729B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0A7D4F-9693-431B-B9CF-48BB5F1C9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E3DEA4-3560-480C-8B69-131923A0D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A20D-5390-4711-B3A8-862AF3E347CA}" type="datetimeFigureOut">
              <a:rPr lang="zh-CN" altLang="en-US" smtClean="0"/>
              <a:t>2020/10/11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AF34F1-E51E-4249-9A5C-979E08ACB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7562B4-943B-4978-B744-5BCC661C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3EF0-FDB5-4964-9E9F-DCFC587E23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762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CF378C-DDA6-46EB-A338-54D11AFBA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F5B3EA-8931-4279-95A0-6BF3E38A6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290FE3-0B30-4210-AEE3-9943483C5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1AF737A-7B3E-41E5-8856-A2681E6C8F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83D9982-2A22-428E-899C-3E0FD80EA2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39AE38-6D93-413C-96B1-C51E3F8D0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A20D-5390-4711-B3A8-862AF3E347CA}" type="datetimeFigureOut">
              <a:rPr lang="zh-CN" altLang="en-US" smtClean="0"/>
              <a:t>2020/10/11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EA36343-41FE-4ABC-A745-202DF1069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8674F6C-8F41-486C-B8B6-50CEE1F00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3EF0-FDB5-4964-9E9F-DCFC587E23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45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37DB12-62F0-4633-8641-43CCDF8D9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4380733-A139-432A-BC41-7EE6A9F31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A20D-5390-4711-B3A8-862AF3E347CA}" type="datetimeFigureOut">
              <a:rPr lang="zh-CN" altLang="en-US" smtClean="0"/>
              <a:t>2020/10/11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31C5A77-0FC1-4DED-B83E-E1A856934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3ABE4D-A252-40C9-87AA-08A92AB15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3EF0-FDB5-4964-9E9F-DCFC587E23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707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47D2539-CE07-42B2-9C1B-DE4700AB6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A20D-5390-4711-B3A8-862AF3E347CA}" type="datetimeFigureOut">
              <a:rPr lang="zh-CN" altLang="en-US" smtClean="0"/>
              <a:t>2020/10/11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8DDACD-4F2A-4D5A-A360-EAC0E3FD5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E3E23B-0429-479D-BD82-C2EF767C1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3EF0-FDB5-4964-9E9F-DCFC587E23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675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F93682-C58F-440E-8EAD-DC69A6729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895627-0495-4468-8169-8D6F67B52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D59804-C0AC-4DAE-8BF5-00B31F571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8B39CA-D30F-4E8F-B284-63EA42C61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A20D-5390-4711-B3A8-862AF3E347CA}" type="datetimeFigureOut">
              <a:rPr lang="zh-CN" altLang="en-US" smtClean="0"/>
              <a:t>2020/10/11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3B7595-E4EF-4569-AA05-D85282A6D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C9B1A8-577E-48B7-B11C-545ACEFB4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3EF0-FDB5-4964-9E9F-DCFC587E23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864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208F5C-3164-41B0-8B05-7829F301C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A79B57-073F-4AA0-9C75-DE45130B08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520B4C-413D-4BDE-B9D2-1941B0473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5E21EA-52AA-483E-AB0A-932ECAD64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A20D-5390-4711-B3A8-862AF3E347CA}" type="datetimeFigureOut">
              <a:rPr lang="zh-CN" altLang="en-US" smtClean="0"/>
              <a:t>2020/10/11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E8D28A-C826-4B5A-9BA6-FBEB37FC1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0208FF-9E59-4013-9CC2-5A10FEC3D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3EF0-FDB5-4964-9E9F-DCFC587E23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139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306EAE-052B-4BEF-B665-0D99A643E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D8BE81-71A6-4C15-B077-CD8AE1E07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3CB09F-19B6-4E8D-B9D4-D3ADB8BBE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A20D-5390-4711-B3A8-862AF3E347CA}" type="datetimeFigureOut">
              <a:rPr lang="zh-CN" altLang="en-US" smtClean="0"/>
              <a:t>2020/10/11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D0F81E-E4C5-4E27-83F8-46646AAB6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F0EBB9-6021-4F93-A3A3-671804971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3EF0-FDB5-4964-9E9F-DCFC587E23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995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9B4318C-E541-4597-BB60-1F7487BFF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960DC6-CE31-4A90-9C73-C6A06C3B1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EDD5FF-F1E1-40E8-9420-C7C07B2C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A20D-5390-4711-B3A8-862AF3E347CA}" type="datetimeFigureOut">
              <a:rPr lang="zh-CN" altLang="en-US" smtClean="0"/>
              <a:t>2020/10/11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7C1EA0-10A9-4B5A-A82B-835049BBF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7EF58A-271E-4694-A957-D92E2066E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3EF0-FDB5-4964-9E9F-DCFC587E23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046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FB4A680-C32D-4D6B-AB28-B78654621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21A989-1008-4F62-B0FE-AD07063C7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2015FD-9B90-40D0-9A82-864FD83E1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8A20D-5390-4711-B3A8-862AF3E347CA}" type="datetimeFigureOut">
              <a:rPr lang="zh-CN" altLang="en-US" smtClean="0"/>
              <a:t>2020/10/11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BC9B19-EFDA-4ECA-A2A6-0F6D99AF0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E7CEA3-3BCE-4EDC-B27B-7CA781161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153EF0-FDB5-4964-9E9F-DCFC587E23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3229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1DA885-C150-49FA-B67B-6028185D5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Federated Machine Learning: Concept and Applications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E90413D-C00F-4174-8765-D042734B28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QIANG YANG, YANG LIU, TIANJIAN CHEN, YONGXIN TONG,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6599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757851C-E423-44DB-B842-675E75964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018" y="5377481"/>
            <a:ext cx="1347797" cy="108109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55B8D07-B7F0-4EE4-A795-ABA2122FB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103" y="5348905"/>
            <a:ext cx="1228734" cy="110967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D8A1313-4B89-4440-A585-26B762985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5945" y="1142559"/>
            <a:ext cx="1862143" cy="149718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94C3416-12C6-4585-82ED-3D61CF92BF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2618" y="5351839"/>
            <a:ext cx="1477463" cy="106019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8F0409E-7F08-42F4-B10C-10C19CA4A6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5154" y="5466673"/>
            <a:ext cx="1209684" cy="40481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D90CA94-9A28-4196-94A3-E09D8CEACD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6516" y="3437035"/>
            <a:ext cx="1471623" cy="140494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475EAF9-26BF-4944-B531-B2665556EA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2318" y="3437035"/>
            <a:ext cx="1471623" cy="140494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FEB9BDB-D05F-48B7-8128-954E64859C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1256" y="3437035"/>
            <a:ext cx="1471623" cy="140494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A2287EF-7205-4A0A-8555-14911D0764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3788" y="4903617"/>
            <a:ext cx="400053" cy="47149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5F9DD04-3D3B-4607-9C6D-B65EA2313F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01901" y="4880406"/>
            <a:ext cx="400053" cy="47149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8F9D201-4490-4C3C-95C7-CC764E5FA4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264" y="4861232"/>
            <a:ext cx="400053" cy="47149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1C2A2B9-04AC-4888-9AA3-33B965D2FAF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99991" y="3800630"/>
            <a:ext cx="366715" cy="42386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3E62055-832D-46F6-9CBB-339630839D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1662" y="3800630"/>
            <a:ext cx="366715" cy="42386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6CA75E1-2795-42D6-BFD6-F35E3A9CC7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6723" y="3842403"/>
            <a:ext cx="366715" cy="423866"/>
          </a:xfrm>
          <a:prstGeom prst="rect">
            <a:avLst/>
          </a:prstGeom>
        </p:spPr>
      </p:pic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5A69560-6872-43A3-98E8-87E041300209}"/>
              </a:ext>
            </a:extLst>
          </p:cNvPr>
          <p:cNvCxnSpPr>
            <a:cxnSpLocks/>
          </p:cNvCxnSpPr>
          <p:nvPr/>
        </p:nvCxnSpPr>
        <p:spPr>
          <a:xfrm>
            <a:off x="5813042" y="2649556"/>
            <a:ext cx="4198" cy="602924"/>
          </a:xfrm>
          <a:prstGeom prst="straightConnector1">
            <a:avLst/>
          </a:prstGeom>
          <a:ln w="38100">
            <a:solidFill>
              <a:srgbClr val="668BCD"/>
            </a:solidFill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2C9A548-D3D0-47AA-BF2C-1D10EE77D06F}"/>
              </a:ext>
            </a:extLst>
          </p:cNvPr>
          <p:cNvCxnSpPr/>
          <p:nvPr/>
        </p:nvCxnSpPr>
        <p:spPr>
          <a:xfrm>
            <a:off x="6875100" y="2008909"/>
            <a:ext cx="1700864" cy="942109"/>
          </a:xfrm>
          <a:prstGeom prst="straightConnector1">
            <a:avLst/>
          </a:prstGeom>
          <a:ln>
            <a:solidFill>
              <a:srgbClr val="FFFFFF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80502554-3D71-4BF9-90E6-E7BEDE103FFD}"/>
              </a:ext>
            </a:extLst>
          </p:cNvPr>
          <p:cNvCxnSpPr>
            <a:cxnSpLocks/>
          </p:cNvCxnSpPr>
          <p:nvPr/>
        </p:nvCxnSpPr>
        <p:spPr>
          <a:xfrm>
            <a:off x="7015731" y="2185600"/>
            <a:ext cx="1800000" cy="900000"/>
          </a:xfrm>
          <a:prstGeom prst="straightConnector1">
            <a:avLst/>
          </a:prstGeom>
          <a:ln w="38100">
            <a:solidFill>
              <a:srgbClr val="668BCD"/>
            </a:solidFill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982D9EFF-D6A5-4B50-8EF8-C82956B40609}"/>
              </a:ext>
            </a:extLst>
          </p:cNvPr>
          <p:cNvCxnSpPr>
            <a:cxnSpLocks/>
          </p:cNvCxnSpPr>
          <p:nvPr/>
        </p:nvCxnSpPr>
        <p:spPr>
          <a:xfrm flipH="1">
            <a:off x="3093706" y="2224051"/>
            <a:ext cx="1800000" cy="900000"/>
          </a:xfrm>
          <a:prstGeom prst="straightConnector1">
            <a:avLst/>
          </a:prstGeom>
          <a:ln w="38100">
            <a:solidFill>
              <a:srgbClr val="668BCD"/>
            </a:solidFill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076D5D49-708B-44D3-90D8-EEFF86AE8C68}"/>
              </a:ext>
            </a:extLst>
          </p:cNvPr>
          <p:cNvSpPr/>
          <p:nvPr/>
        </p:nvSpPr>
        <p:spPr>
          <a:xfrm>
            <a:off x="2823788" y="453346"/>
            <a:ext cx="74845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latin typeface="Arial Rounded MT Bold" panose="020F0704030504030204" pitchFamily="34" charset="0"/>
              </a:rPr>
              <a:t>Vertical Federated Learning</a:t>
            </a:r>
            <a:endParaRPr lang="zh-CN" altLang="en-US" sz="3200" dirty="0">
              <a:latin typeface="Arial Rounded MT Bold" panose="020F0704030504030204" pitchFamily="34" charset="0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ACD5B09-387C-4712-8DC7-DF94846C36C2}"/>
              </a:ext>
            </a:extLst>
          </p:cNvPr>
          <p:cNvCxnSpPr>
            <a:cxnSpLocks/>
          </p:cNvCxnSpPr>
          <p:nvPr/>
        </p:nvCxnSpPr>
        <p:spPr>
          <a:xfrm flipV="1">
            <a:off x="5987017" y="2664483"/>
            <a:ext cx="0" cy="573070"/>
          </a:xfrm>
          <a:prstGeom prst="straightConnector1">
            <a:avLst/>
          </a:prstGeom>
          <a:ln w="38100">
            <a:solidFill>
              <a:srgbClr val="CC3434"/>
            </a:solidFill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74D15B6E-E32B-4F48-B4D4-F6B0CEBF709E}"/>
              </a:ext>
            </a:extLst>
          </p:cNvPr>
          <p:cNvCxnSpPr>
            <a:cxnSpLocks/>
          </p:cNvCxnSpPr>
          <p:nvPr/>
        </p:nvCxnSpPr>
        <p:spPr>
          <a:xfrm flipH="1" flipV="1">
            <a:off x="6947423" y="2319377"/>
            <a:ext cx="1805790" cy="883348"/>
          </a:xfrm>
          <a:prstGeom prst="straightConnector1">
            <a:avLst/>
          </a:prstGeom>
          <a:ln w="38100">
            <a:solidFill>
              <a:srgbClr val="CC3434"/>
            </a:solidFill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779F5875-227A-4E93-BA54-97C3D6911090}"/>
              </a:ext>
            </a:extLst>
          </p:cNvPr>
          <p:cNvCxnSpPr>
            <a:cxnSpLocks/>
          </p:cNvCxnSpPr>
          <p:nvPr/>
        </p:nvCxnSpPr>
        <p:spPr>
          <a:xfrm flipV="1">
            <a:off x="3191601" y="2322626"/>
            <a:ext cx="1790295" cy="900000"/>
          </a:xfrm>
          <a:prstGeom prst="straightConnector1">
            <a:avLst/>
          </a:prstGeom>
          <a:ln w="38100">
            <a:solidFill>
              <a:srgbClr val="CC3434"/>
            </a:solidFill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7" name="图片 46">
            <a:extLst>
              <a:ext uri="{FF2B5EF4-FFF2-40B4-BE49-F238E27FC236}">
                <a16:creationId xmlns:a16="http://schemas.microsoft.com/office/drawing/2014/main" id="{A002705A-2DBD-4C81-9E61-A22572AC56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12467" y="2300128"/>
            <a:ext cx="360541" cy="390587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C976FCDB-EB1B-4856-832D-C675FBCEE8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4115" y="2761051"/>
            <a:ext cx="360541" cy="390587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C5A87E59-6D00-42F1-9FCF-AFEEF9103B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45545" y="2258969"/>
            <a:ext cx="360541" cy="390587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F3FC2F5F-4551-43B2-B360-ACD7F8B5563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99626" y="2881415"/>
            <a:ext cx="392270" cy="371066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76BC6860-5E93-4321-A43A-86AD57C84F5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52734" y="2804645"/>
            <a:ext cx="392270" cy="371066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55A09478-F679-4389-BFD5-A9704456A46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14526" y="2849538"/>
            <a:ext cx="392270" cy="371066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938DE6A3-EB65-4B2F-9684-8312B6884F0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88357" y="2057161"/>
            <a:ext cx="352428" cy="338140"/>
          </a:xfrm>
          <a:prstGeom prst="rect">
            <a:avLst/>
          </a:prstGeom>
        </p:spPr>
      </p:pic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E2C8C071-B507-4724-AAF3-2A9A5167CA4A}"/>
              </a:ext>
            </a:extLst>
          </p:cNvPr>
          <p:cNvCxnSpPr>
            <a:cxnSpLocks/>
          </p:cNvCxnSpPr>
          <p:nvPr/>
        </p:nvCxnSpPr>
        <p:spPr>
          <a:xfrm flipV="1">
            <a:off x="3121262" y="2649555"/>
            <a:ext cx="2160000" cy="2700000"/>
          </a:xfrm>
          <a:prstGeom prst="straightConnector1">
            <a:avLst/>
          </a:prstGeom>
          <a:ln w="38100">
            <a:solidFill>
              <a:srgbClr val="CC3434"/>
            </a:solidFill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E7BD3B92-AD31-4C35-80E1-27724902EC6C}"/>
              </a:ext>
            </a:extLst>
          </p:cNvPr>
          <p:cNvCxnSpPr>
            <a:cxnSpLocks/>
          </p:cNvCxnSpPr>
          <p:nvPr/>
        </p:nvCxnSpPr>
        <p:spPr>
          <a:xfrm flipH="1" flipV="1">
            <a:off x="6572681" y="2616541"/>
            <a:ext cx="2160000" cy="2700000"/>
          </a:xfrm>
          <a:prstGeom prst="straightConnector1">
            <a:avLst/>
          </a:prstGeom>
          <a:ln w="38100">
            <a:solidFill>
              <a:srgbClr val="CC3434"/>
            </a:solidFill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64A95EB2-7DFF-4B96-A54C-A718E0644967}"/>
              </a:ext>
            </a:extLst>
          </p:cNvPr>
          <p:cNvCxnSpPr>
            <a:cxnSpLocks/>
          </p:cNvCxnSpPr>
          <p:nvPr/>
        </p:nvCxnSpPr>
        <p:spPr>
          <a:xfrm flipH="1" flipV="1">
            <a:off x="5979746" y="2670267"/>
            <a:ext cx="0" cy="2658575"/>
          </a:xfrm>
          <a:prstGeom prst="straightConnector1">
            <a:avLst/>
          </a:prstGeom>
          <a:ln w="38100">
            <a:solidFill>
              <a:srgbClr val="CC3434"/>
            </a:solidFill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4" name="图片 73">
            <a:extLst>
              <a:ext uri="{FF2B5EF4-FFF2-40B4-BE49-F238E27FC236}">
                <a16:creationId xmlns:a16="http://schemas.microsoft.com/office/drawing/2014/main" id="{06FB5CD8-C0D7-40F1-902F-D2210548B7D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03748" y="423994"/>
            <a:ext cx="3247958" cy="401052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9E973325-C0B6-4B55-A7F0-196E9A24687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75293" y="886497"/>
            <a:ext cx="3247958" cy="369086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E7A56F40-858D-4D38-8CDA-E87D5842512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84925" y="1305131"/>
            <a:ext cx="3200676" cy="381575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04A9C90B-255B-4198-8E38-640F2355685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41328" y="1727381"/>
            <a:ext cx="3281923" cy="40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553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22</Words>
  <Application>Microsoft Office PowerPoint</Application>
  <PresentationFormat>宽屏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Arial Rounded MT Bold</vt:lpstr>
      <vt:lpstr>Office 主题​​</vt:lpstr>
      <vt:lpstr>Federated Machine Learning: Concept and Applications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Federated Machine Learning: Concept and Applications</dc:title>
  <dc:creator>re ol</dc:creator>
  <cp:lastModifiedBy>re ol</cp:lastModifiedBy>
  <cp:revision>13</cp:revision>
  <dcterms:created xsi:type="dcterms:W3CDTF">2020-10-11T14:51:49Z</dcterms:created>
  <dcterms:modified xsi:type="dcterms:W3CDTF">2020-10-11T18:18:35Z</dcterms:modified>
</cp:coreProperties>
</file>